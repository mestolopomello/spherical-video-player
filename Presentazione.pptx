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</p:sldIdLst>
  <p:sldSz cx="12192000" cy="6858000"/>
  <p:notesSz cx="7559675" cy="10691813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7"/>
          <p:cNvPicPr/>
          <p:nvPr/>
        </p:nvPicPr>
        <p:blipFill>
          <a:blip r:embed="rId3"/>
          <a:srcRect l="3610"/>
          <a:stretch/>
        </p:blipFill>
        <p:spPr>
          <a:xfrm>
            <a:off x="0" y="2669760"/>
            <a:ext cx="4036680" cy="418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" name="Picture 6"/>
          <p:cNvPicPr/>
          <p:nvPr/>
        </p:nvPicPr>
        <p:blipFill>
          <a:blip r:embed="rId4"/>
          <a:srcRect l="35647"/>
          <a:stretch/>
        </p:blipFill>
        <p:spPr>
          <a:xfrm>
            <a:off x="0" y="2892240"/>
            <a:ext cx="1522080" cy="236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Oval 15"/>
          <p:cNvSpPr/>
          <p:nvPr/>
        </p:nvSpPr>
        <p:spPr>
          <a:xfrm>
            <a:off x="860904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Picture 8"/>
          <p:cNvPicPr/>
          <p:nvPr/>
        </p:nvPicPr>
        <p:blipFill>
          <a:blip r:embed="rId5"/>
          <a:srcRect t="28812"/>
          <a:stretch/>
        </p:blipFill>
        <p:spPr>
          <a:xfrm>
            <a:off x="7999560" y="0"/>
            <a:ext cx="1603080" cy="114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" name="Picture 9"/>
          <p:cNvPicPr/>
          <p:nvPr/>
        </p:nvPicPr>
        <p:blipFill>
          <a:blip r:embed="rId6"/>
          <a:srcRect b="23333"/>
          <a:stretch/>
        </p:blipFill>
        <p:spPr>
          <a:xfrm>
            <a:off x="8605800" y="6095880"/>
            <a:ext cx="993240" cy="76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Rectangle 13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154880" y="1447920"/>
            <a:ext cx="8825400" cy="332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it-IT" sz="7200" b="0" u="none" strike="noStrike">
                <a:solidFill>
                  <a:schemeClr val="lt2"/>
                </a:solidFill>
                <a:effectLst/>
                <a:uFillTx/>
                <a:latin typeface="Century Gothic"/>
              </a:rPr>
              <a:t>Fare clic per modificare lo stile del titolo dello schema</a:t>
            </a:r>
            <a:endParaRPr lang="en-US" sz="72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dt" idx="1"/>
          </p:nvPr>
        </p:nvSpPr>
        <p:spPr>
          <a:xfrm rot="5400000">
            <a:off x="10155600" y="1790640"/>
            <a:ext cx="990360" cy="30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rPr>
              <a:t> </a:t>
            </a:r>
            <a:endParaRPr lang="it-IT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ftr" idx="2"/>
          </p:nvPr>
        </p:nvSpPr>
        <p:spPr>
          <a:xfrm rot="5400000">
            <a:off x="8951760" y="3225240"/>
            <a:ext cx="3859560" cy="30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>
              <a:buNone/>
              <a:defRPr lang="it-IT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it-IT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9" name="PlaceHolder 4"/>
          <p:cNvSpPr>
            <a:spLocks noGrp="1"/>
          </p:cNvSpPr>
          <p:nvPr>
            <p:ph type="sldNum" idx="3"/>
          </p:nvPr>
        </p:nvSpPr>
        <p:spPr>
          <a:xfrm>
            <a:off x="10352520" y="295560"/>
            <a:ext cx="837720" cy="76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4713B2BB-1E41-4CF2-B854-B64B8A777CCB}" type="slidenum">
              <a: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rPr>
              <a:t>‹N›</a:t>
            </a:fld>
            <a:endParaRPr lang="it-IT" sz="2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Fai clic per modificare il formato del testo della struttura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Secondo livello struttura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Terzo livello struttura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Quarto livello struttura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Quinto livello struttura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Sesto livello struttura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Settimo livello struttura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mmagine panoramica con didascalia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7"/>
          <p:cNvPicPr/>
          <p:nvPr/>
        </p:nvPicPr>
        <p:blipFill>
          <a:blip r:embed="rId3"/>
          <a:srcRect l="3610"/>
          <a:stretch/>
        </p:blipFill>
        <p:spPr>
          <a:xfrm>
            <a:off x="0" y="2669760"/>
            <a:ext cx="4036680" cy="418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" name="Picture 6"/>
          <p:cNvPicPr/>
          <p:nvPr/>
        </p:nvPicPr>
        <p:blipFill>
          <a:blip r:embed="rId4"/>
          <a:srcRect l="35647"/>
          <a:stretch/>
        </p:blipFill>
        <p:spPr>
          <a:xfrm>
            <a:off x="0" y="2892240"/>
            <a:ext cx="1522080" cy="236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Oval 15"/>
          <p:cNvSpPr/>
          <p:nvPr/>
        </p:nvSpPr>
        <p:spPr>
          <a:xfrm>
            <a:off x="860904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" name="Picture 8"/>
          <p:cNvPicPr/>
          <p:nvPr/>
        </p:nvPicPr>
        <p:blipFill>
          <a:blip r:embed="rId5"/>
          <a:srcRect t="28812"/>
          <a:stretch/>
        </p:blipFill>
        <p:spPr>
          <a:xfrm>
            <a:off x="7999560" y="0"/>
            <a:ext cx="1603080" cy="114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" name="Picture 9"/>
          <p:cNvPicPr/>
          <p:nvPr/>
        </p:nvPicPr>
        <p:blipFill>
          <a:blip r:embed="rId6"/>
          <a:srcRect b="23333"/>
          <a:stretch/>
        </p:blipFill>
        <p:spPr>
          <a:xfrm>
            <a:off x="8605800" y="6095880"/>
            <a:ext cx="993240" cy="76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Rectangle 13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154880" y="4800600"/>
            <a:ext cx="882540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it-IT" sz="2400" b="0" u="none" strike="noStrike">
                <a:solidFill>
                  <a:schemeClr val="lt2"/>
                </a:solidFill>
                <a:effectLst/>
                <a:uFillTx/>
                <a:latin typeface="Century Gothic"/>
              </a:rPr>
              <a:t>Fare clic per modificare lo stile del titolo dello schema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1154880" y="685800"/>
            <a:ext cx="8825400" cy="3640320"/>
          </a:xfrm>
          <a:prstGeom prst="rect">
            <a:avLst/>
          </a:prstGeom>
          <a:noFill/>
          <a:ln w="0">
            <a:noFill/>
          </a:ln>
          <a:effectLst>
            <a:outerShdw blurRad="50760" dist="50760" dir="5400000" rotWithShape="0">
              <a:srgbClr val="000000">
                <a:alpha val="43000"/>
              </a:srgbClr>
            </a:outerShdw>
          </a:effectLst>
        </p:spPr>
        <p:txBody>
          <a:bodyPr lIns="90000" tIns="45000" rIns="90000" bIns="45000" anchor="t">
            <a:norm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6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Fare clic sull'icona per inserire un'immagine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1154880" y="5367240"/>
            <a:ext cx="882540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it-IT" sz="12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Fare clic per modificare gli stili del testo dello schema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dt" idx="4"/>
          </p:nvPr>
        </p:nvSpPr>
        <p:spPr>
          <a:xfrm rot="5400000">
            <a:off x="10155600" y="1790640"/>
            <a:ext cx="990360" cy="30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rPr>
              <a:t>&lt;data/ora&gt;</a:t>
            </a:r>
            <a:endParaRPr lang="it-IT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ftr" idx="5"/>
          </p:nvPr>
        </p:nvSpPr>
        <p:spPr>
          <a:xfrm rot="5400000">
            <a:off x="8951760" y="3225240"/>
            <a:ext cx="3859560" cy="30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>
              <a:buNone/>
              <a:defRPr lang="it-IT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it-IT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&lt;piè di pagina&gt;</a:t>
            </a:r>
          </a:p>
        </p:txBody>
      </p:sp>
      <p:sp>
        <p:nvSpPr>
          <p:cNvPr id="22" name="PlaceHolder 6"/>
          <p:cNvSpPr>
            <a:spLocks noGrp="1"/>
          </p:cNvSpPr>
          <p:nvPr>
            <p:ph type="sldNum" idx="6"/>
          </p:nvPr>
        </p:nvSpPr>
        <p:spPr>
          <a:xfrm>
            <a:off x="10352520" y="295560"/>
            <a:ext cx="837720" cy="76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18BF8A9A-03F5-420D-966F-182376AE81AD}" type="slidenum">
              <a: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rPr>
              <a:t>‹N›</a:t>
            </a:fld>
            <a:endParaRPr lang="it-IT" sz="2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olo e sottotitolo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7"/>
          <p:cNvPicPr/>
          <p:nvPr/>
        </p:nvPicPr>
        <p:blipFill>
          <a:blip r:embed="rId3"/>
          <a:srcRect l="3610"/>
          <a:stretch/>
        </p:blipFill>
        <p:spPr>
          <a:xfrm>
            <a:off x="0" y="2669760"/>
            <a:ext cx="4036680" cy="418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" name="Picture 6"/>
          <p:cNvPicPr/>
          <p:nvPr/>
        </p:nvPicPr>
        <p:blipFill>
          <a:blip r:embed="rId4"/>
          <a:srcRect l="35647"/>
          <a:stretch/>
        </p:blipFill>
        <p:spPr>
          <a:xfrm>
            <a:off x="0" y="2892240"/>
            <a:ext cx="1522080" cy="236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Oval 15"/>
          <p:cNvSpPr/>
          <p:nvPr/>
        </p:nvSpPr>
        <p:spPr>
          <a:xfrm>
            <a:off x="860904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" name="Picture 8"/>
          <p:cNvPicPr/>
          <p:nvPr/>
        </p:nvPicPr>
        <p:blipFill>
          <a:blip r:embed="rId5"/>
          <a:srcRect t="28812"/>
          <a:stretch/>
        </p:blipFill>
        <p:spPr>
          <a:xfrm>
            <a:off x="7999560" y="0"/>
            <a:ext cx="1603080" cy="114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" name="Picture 9"/>
          <p:cNvPicPr/>
          <p:nvPr/>
        </p:nvPicPr>
        <p:blipFill>
          <a:blip r:embed="rId6"/>
          <a:srcRect b="23333"/>
          <a:stretch/>
        </p:blipFill>
        <p:spPr>
          <a:xfrm>
            <a:off x="8605800" y="6095880"/>
            <a:ext cx="993240" cy="76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Rectangle 13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54880" y="1447920"/>
            <a:ext cx="8825400" cy="198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it-IT" sz="4800" b="0" u="none" strike="noStrike">
                <a:solidFill>
                  <a:schemeClr val="lt2"/>
                </a:solidFill>
                <a:effectLst/>
                <a:uFillTx/>
                <a:latin typeface="Century Gothic"/>
              </a:rPr>
              <a:t>Fare clic per modificare lo stile del titolo dello schema</a:t>
            </a:r>
            <a:endParaRPr lang="en-US" sz="4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1154880" y="3657600"/>
            <a:ext cx="8825400" cy="2361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it-IT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Fare clic per modificare gli stili del testo dello schema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7"/>
          </p:nvPr>
        </p:nvSpPr>
        <p:spPr>
          <a:xfrm rot="5400000">
            <a:off x="10155600" y="1790640"/>
            <a:ext cx="990360" cy="30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rPr>
              <a:t>&lt;data/ora&gt;</a:t>
            </a:r>
            <a:endParaRPr lang="it-IT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8"/>
          </p:nvPr>
        </p:nvSpPr>
        <p:spPr>
          <a:xfrm rot="5400000">
            <a:off x="8951760" y="3225240"/>
            <a:ext cx="3859560" cy="30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>
              <a:buNone/>
              <a:defRPr lang="it-IT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it-IT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&lt;piè di pagina&gt;</a:t>
            </a:r>
          </a:p>
        </p:txBody>
      </p:sp>
      <p:sp>
        <p:nvSpPr>
          <p:cNvPr id="33" name="PlaceHolder 5"/>
          <p:cNvSpPr>
            <a:spLocks noGrp="1"/>
          </p:cNvSpPr>
          <p:nvPr>
            <p:ph type="sldNum" idx="9"/>
          </p:nvPr>
        </p:nvSpPr>
        <p:spPr>
          <a:xfrm>
            <a:off x="10352520" y="295560"/>
            <a:ext cx="837720" cy="76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A8E60295-4821-482A-969B-769F00C2587A}" type="slidenum">
              <a: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rPr>
              <a:t>‹N›</a:t>
            </a:fld>
            <a:endParaRPr lang="it-IT" sz="2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itazione con didascalia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7"/>
          <p:cNvPicPr/>
          <p:nvPr/>
        </p:nvPicPr>
        <p:blipFill>
          <a:blip r:embed="rId3"/>
          <a:srcRect l="3610"/>
          <a:stretch/>
        </p:blipFill>
        <p:spPr>
          <a:xfrm>
            <a:off x="0" y="2669760"/>
            <a:ext cx="4036680" cy="418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" name="Picture 6"/>
          <p:cNvPicPr/>
          <p:nvPr/>
        </p:nvPicPr>
        <p:blipFill>
          <a:blip r:embed="rId4"/>
          <a:srcRect l="35647"/>
          <a:stretch/>
        </p:blipFill>
        <p:spPr>
          <a:xfrm>
            <a:off x="0" y="2892240"/>
            <a:ext cx="1522080" cy="236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Oval 15"/>
          <p:cNvSpPr/>
          <p:nvPr/>
        </p:nvSpPr>
        <p:spPr>
          <a:xfrm>
            <a:off x="860904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" name="Picture 8"/>
          <p:cNvPicPr/>
          <p:nvPr/>
        </p:nvPicPr>
        <p:blipFill>
          <a:blip r:embed="rId5"/>
          <a:srcRect t="28812"/>
          <a:stretch/>
        </p:blipFill>
        <p:spPr>
          <a:xfrm>
            <a:off x="7999560" y="0"/>
            <a:ext cx="1603080" cy="114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" name="Picture 9"/>
          <p:cNvPicPr/>
          <p:nvPr/>
        </p:nvPicPr>
        <p:blipFill>
          <a:blip r:embed="rId6"/>
          <a:srcRect b="23333"/>
          <a:stretch/>
        </p:blipFill>
        <p:spPr>
          <a:xfrm>
            <a:off x="8605800" y="6095880"/>
            <a:ext cx="993240" cy="76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Rectangle 13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574640" y="1447920"/>
            <a:ext cx="7998840" cy="2323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it-IT" sz="4800" b="0" u="none" strike="noStrike">
                <a:solidFill>
                  <a:schemeClr val="lt2"/>
                </a:solidFill>
                <a:effectLst/>
                <a:uFillTx/>
                <a:latin typeface="Century Gothic"/>
              </a:rPr>
              <a:t>Fare clic per modificare lo stile del titolo dello schema</a:t>
            </a:r>
            <a:endParaRPr lang="en-US" sz="4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1930320" y="3771000"/>
            <a:ext cx="7279200" cy="34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it-IT" sz="1400" b="0" u="none" strike="noStrike" cap="small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rPr>
              <a:t>Fare clic per modificare gli stili del testo dello schema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1154880" y="4350600"/>
            <a:ext cx="8825400" cy="1676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it-IT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Fare clic per modificare gli stili del testo dello schema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dt" idx="10"/>
          </p:nvPr>
        </p:nvSpPr>
        <p:spPr>
          <a:xfrm rot="5400000">
            <a:off x="10155600" y="1790640"/>
            <a:ext cx="990360" cy="30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rPr>
              <a:t>&lt;data/ora&gt;</a:t>
            </a:r>
            <a:endParaRPr lang="it-IT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ftr" idx="11"/>
          </p:nvPr>
        </p:nvSpPr>
        <p:spPr>
          <a:xfrm rot="5400000">
            <a:off x="8951760" y="3225240"/>
            <a:ext cx="3859560" cy="30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>
              <a:buNone/>
              <a:defRPr lang="it-IT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it-IT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&lt;piè di pagina&gt;</a:t>
            </a:r>
          </a:p>
        </p:txBody>
      </p:sp>
      <p:sp>
        <p:nvSpPr>
          <p:cNvPr id="45" name="PlaceHolder 6"/>
          <p:cNvSpPr>
            <a:spLocks noGrp="1"/>
          </p:cNvSpPr>
          <p:nvPr>
            <p:ph type="sldNum" idx="12"/>
          </p:nvPr>
        </p:nvSpPr>
        <p:spPr>
          <a:xfrm>
            <a:off x="10352520" y="295560"/>
            <a:ext cx="837720" cy="76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527DE8A6-77CB-4DF7-BA92-98FE789D7B29}" type="slidenum">
              <a: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rPr>
              <a:t>‹N›</a:t>
            </a:fld>
            <a:endParaRPr lang="it-IT" sz="2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TextBox 11"/>
          <p:cNvSpPr/>
          <p:nvPr/>
        </p:nvSpPr>
        <p:spPr>
          <a:xfrm>
            <a:off x="898200" y="971280"/>
            <a:ext cx="801720" cy="196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2200" b="0" u="none" strike="noStrike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Arial"/>
              </a:rPr>
              <a:t>“</a:t>
            </a:r>
            <a:endParaRPr lang="it-IT" sz="1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Box 14"/>
          <p:cNvSpPr/>
          <p:nvPr/>
        </p:nvSpPr>
        <p:spPr>
          <a:xfrm>
            <a:off x="9330480" y="2613960"/>
            <a:ext cx="801720" cy="196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2200" b="0" u="none" strike="noStrike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Arial"/>
              </a:rPr>
              <a:t>”</a:t>
            </a:r>
            <a:endParaRPr lang="it-IT" sz="1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cheda nome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7"/>
          <p:cNvPicPr/>
          <p:nvPr/>
        </p:nvPicPr>
        <p:blipFill>
          <a:blip r:embed="rId3"/>
          <a:srcRect l="3610"/>
          <a:stretch/>
        </p:blipFill>
        <p:spPr>
          <a:xfrm>
            <a:off x="0" y="2669760"/>
            <a:ext cx="4036680" cy="418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" name="Picture 6"/>
          <p:cNvPicPr/>
          <p:nvPr/>
        </p:nvPicPr>
        <p:blipFill>
          <a:blip r:embed="rId4"/>
          <a:srcRect l="35647"/>
          <a:stretch/>
        </p:blipFill>
        <p:spPr>
          <a:xfrm>
            <a:off x="0" y="2892240"/>
            <a:ext cx="1522080" cy="236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Oval 15"/>
          <p:cNvSpPr/>
          <p:nvPr/>
        </p:nvSpPr>
        <p:spPr>
          <a:xfrm>
            <a:off x="860904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" name="Picture 8"/>
          <p:cNvPicPr/>
          <p:nvPr/>
        </p:nvPicPr>
        <p:blipFill>
          <a:blip r:embed="rId5"/>
          <a:srcRect t="28812"/>
          <a:stretch/>
        </p:blipFill>
        <p:spPr>
          <a:xfrm>
            <a:off x="7999560" y="0"/>
            <a:ext cx="1603080" cy="114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" name="Picture 9"/>
          <p:cNvPicPr/>
          <p:nvPr/>
        </p:nvPicPr>
        <p:blipFill>
          <a:blip r:embed="rId6"/>
          <a:srcRect b="23333"/>
          <a:stretch/>
        </p:blipFill>
        <p:spPr>
          <a:xfrm>
            <a:off x="8605800" y="6095880"/>
            <a:ext cx="993240" cy="76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Rectangle 13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154880" y="3124080"/>
            <a:ext cx="8825400" cy="1652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it-IT" sz="4000" b="0" u="none" strike="noStrike">
                <a:solidFill>
                  <a:schemeClr val="lt2"/>
                </a:solidFill>
                <a:effectLst/>
                <a:uFillTx/>
                <a:latin typeface="Century Gothic"/>
              </a:rPr>
              <a:t>Fare clic per modificare lo stile del titolo dello schema</a:t>
            </a:r>
            <a:endParaRPr lang="en-US" sz="40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1154880" y="4777560"/>
            <a:ext cx="8825400" cy="86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it-IT" sz="2000" b="0" u="none" strike="noStrike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rPr>
              <a:t>Fare clic per modificare gli stili del testo dello schema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13"/>
          </p:nvPr>
        </p:nvSpPr>
        <p:spPr>
          <a:xfrm rot="5400000">
            <a:off x="10155600" y="1790640"/>
            <a:ext cx="990360" cy="30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rPr>
              <a:t>&lt;data/ora&gt;</a:t>
            </a:r>
            <a:endParaRPr lang="it-IT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14"/>
          </p:nvPr>
        </p:nvSpPr>
        <p:spPr>
          <a:xfrm rot="5400000">
            <a:off x="8951760" y="3225240"/>
            <a:ext cx="3859560" cy="30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>
              <a:buNone/>
              <a:defRPr lang="it-IT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it-IT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&lt;piè di pagina&gt;</a:t>
            </a:r>
          </a:p>
        </p:txBody>
      </p:sp>
      <p:sp>
        <p:nvSpPr>
          <p:cNvPr id="58" name="PlaceHolder 5"/>
          <p:cNvSpPr>
            <a:spLocks noGrp="1"/>
          </p:cNvSpPr>
          <p:nvPr>
            <p:ph type="sldNum" idx="15"/>
          </p:nvPr>
        </p:nvSpPr>
        <p:spPr>
          <a:xfrm>
            <a:off x="10352520" y="295560"/>
            <a:ext cx="837720" cy="76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51CBF88C-5C44-4697-AAAD-5F2ADAAAABFF}" type="slidenum">
              <a: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rPr>
              <a:t>‹N›</a:t>
            </a:fld>
            <a:endParaRPr lang="it-IT" sz="2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 colonne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7"/>
          <p:cNvPicPr/>
          <p:nvPr/>
        </p:nvPicPr>
        <p:blipFill>
          <a:blip r:embed="rId3"/>
          <a:srcRect l="3610"/>
          <a:stretch/>
        </p:blipFill>
        <p:spPr>
          <a:xfrm>
            <a:off x="0" y="2669760"/>
            <a:ext cx="4036680" cy="418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" name="Picture 6"/>
          <p:cNvPicPr/>
          <p:nvPr/>
        </p:nvPicPr>
        <p:blipFill>
          <a:blip r:embed="rId4"/>
          <a:srcRect l="35647"/>
          <a:stretch/>
        </p:blipFill>
        <p:spPr>
          <a:xfrm>
            <a:off x="0" y="2892240"/>
            <a:ext cx="1522080" cy="236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Oval 15"/>
          <p:cNvSpPr/>
          <p:nvPr/>
        </p:nvSpPr>
        <p:spPr>
          <a:xfrm>
            <a:off x="860904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" name="Picture 8"/>
          <p:cNvPicPr/>
          <p:nvPr/>
        </p:nvPicPr>
        <p:blipFill>
          <a:blip r:embed="rId5"/>
          <a:srcRect t="28812"/>
          <a:stretch/>
        </p:blipFill>
        <p:spPr>
          <a:xfrm>
            <a:off x="7999560" y="0"/>
            <a:ext cx="1603080" cy="114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" name="Picture 9"/>
          <p:cNvPicPr/>
          <p:nvPr/>
        </p:nvPicPr>
        <p:blipFill>
          <a:blip r:embed="rId6"/>
          <a:srcRect b="23333"/>
          <a:stretch/>
        </p:blipFill>
        <p:spPr>
          <a:xfrm>
            <a:off x="8605800" y="6095880"/>
            <a:ext cx="993240" cy="76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Rectangle 13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46200" y="452880"/>
            <a:ext cx="940428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it-IT" sz="4200" b="0" u="none" strike="noStrike">
                <a:solidFill>
                  <a:schemeClr val="lt2"/>
                </a:solidFill>
                <a:effectLst/>
                <a:uFillTx/>
                <a:latin typeface="Century Gothic"/>
              </a:rPr>
              <a:t>Fare clic per modificare lo stile del titolo dello schema</a:t>
            </a:r>
            <a:endParaRPr lang="en-US" sz="42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632880" y="1981080"/>
            <a:ext cx="294660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it-IT" sz="2400" b="0" u="none" strike="noStrike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rPr>
              <a:t>Fare clic per modificare gli stili del testo dello schema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652320" y="2666880"/>
            <a:ext cx="2927160" cy="358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Fare clic per modificare gli stili del testo dello schema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body"/>
          </p:nvPr>
        </p:nvSpPr>
        <p:spPr>
          <a:xfrm>
            <a:off x="3883680" y="1981080"/>
            <a:ext cx="293580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it-IT" sz="2400" b="0" u="none" strike="noStrike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rPr>
              <a:t>Fare clic per modificare gli stili del testo dello schema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body"/>
          </p:nvPr>
        </p:nvSpPr>
        <p:spPr>
          <a:xfrm>
            <a:off x="3873240" y="2666880"/>
            <a:ext cx="2946600" cy="358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Fare clic per modificare gli stili del testo dello schema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70" name="PlaceHolder 6"/>
          <p:cNvSpPr>
            <a:spLocks noGrp="1"/>
          </p:cNvSpPr>
          <p:nvPr>
            <p:ph type="body"/>
          </p:nvPr>
        </p:nvSpPr>
        <p:spPr>
          <a:xfrm>
            <a:off x="7124760" y="1981080"/>
            <a:ext cx="293184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it-IT" sz="2400" b="0" u="none" strike="noStrike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rPr>
              <a:t>Fare clic per modificare gli stili del testo dello schema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71" name="PlaceHolder 7"/>
          <p:cNvSpPr>
            <a:spLocks noGrp="1"/>
          </p:cNvSpPr>
          <p:nvPr>
            <p:ph type="body"/>
          </p:nvPr>
        </p:nvSpPr>
        <p:spPr>
          <a:xfrm>
            <a:off x="7124760" y="2666880"/>
            <a:ext cx="2931840" cy="358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Fare clic per modificare gli stili del testo dello schema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cxnSp>
        <p:nvCxnSpPr>
          <p:cNvPr id="72" name="Straight Connector 16"/>
          <p:cNvCxnSpPr/>
          <p:nvPr/>
        </p:nvCxnSpPr>
        <p:spPr>
          <a:xfrm>
            <a:off x="3726000" y="2133360"/>
            <a:ext cx="360" cy="3962880"/>
          </a:xfrm>
          <a:prstGeom prst="straightConnector1">
            <a:avLst/>
          </a:prstGeom>
          <a:ln w="12700" cap="rnd">
            <a:solidFill>
              <a:schemeClr val="lt2">
                <a:lumMod val="40000"/>
                <a:lumOff val="60000"/>
                <a:alpha val="40000"/>
              </a:schemeClr>
            </a:solidFill>
            <a:round/>
          </a:ln>
        </p:spPr>
      </p:cxnSp>
      <p:cxnSp>
        <p:nvCxnSpPr>
          <p:cNvPr id="73" name="Straight Connector 17"/>
          <p:cNvCxnSpPr/>
          <p:nvPr/>
        </p:nvCxnSpPr>
        <p:spPr>
          <a:xfrm>
            <a:off x="6962040" y="2133360"/>
            <a:ext cx="360" cy="3967200"/>
          </a:xfrm>
          <a:prstGeom prst="straightConnector1">
            <a:avLst/>
          </a:prstGeom>
          <a:ln w="12700" cap="rnd">
            <a:solidFill>
              <a:schemeClr val="lt2">
                <a:lumMod val="40000"/>
                <a:lumOff val="60000"/>
                <a:alpha val="40000"/>
              </a:schemeClr>
            </a:solidFill>
            <a:round/>
          </a:ln>
        </p:spPr>
      </p:cxnSp>
      <p:sp>
        <p:nvSpPr>
          <p:cNvPr id="74" name="PlaceHolder 8"/>
          <p:cNvSpPr>
            <a:spLocks noGrp="1"/>
          </p:cNvSpPr>
          <p:nvPr>
            <p:ph type="dt" idx="16"/>
          </p:nvPr>
        </p:nvSpPr>
        <p:spPr>
          <a:xfrm rot="5400000">
            <a:off x="10155600" y="1790640"/>
            <a:ext cx="990360" cy="30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rPr>
              <a:t>&lt;data/ora&gt;</a:t>
            </a:r>
            <a:endParaRPr lang="it-IT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9"/>
          <p:cNvSpPr>
            <a:spLocks noGrp="1"/>
          </p:cNvSpPr>
          <p:nvPr>
            <p:ph type="ftr" idx="17"/>
          </p:nvPr>
        </p:nvSpPr>
        <p:spPr>
          <a:xfrm rot="5400000">
            <a:off x="8951760" y="3225240"/>
            <a:ext cx="3859560" cy="30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>
              <a:buNone/>
              <a:defRPr lang="it-IT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it-IT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&lt;piè di pagina&gt;</a:t>
            </a:r>
          </a:p>
        </p:txBody>
      </p:sp>
      <p:sp>
        <p:nvSpPr>
          <p:cNvPr id="76" name="PlaceHolder 10"/>
          <p:cNvSpPr>
            <a:spLocks noGrp="1"/>
          </p:cNvSpPr>
          <p:nvPr>
            <p:ph type="sldNum" idx="18"/>
          </p:nvPr>
        </p:nvSpPr>
        <p:spPr>
          <a:xfrm>
            <a:off x="10352520" y="295560"/>
            <a:ext cx="837720" cy="76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F1115B31-26FC-44C9-88E4-B6988C3464B3}" type="slidenum">
              <a: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rPr>
              <a:t>‹N›</a:t>
            </a:fld>
            <a:endParaRPr lang="it-IT" sz="2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 colonne immagine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7"/>
          <p:cNvPicPr/>
          <p:nvPr/>
        </p:nvPicPr>
        <p:blipFill>
          <a:blip r:embed="rId3"/>
          <a:srcRect l="3610"/>
          <a:stretch/>
        </p:blipFill>
        <p:spPr>
          <a:xfrm>
            <a:off x="0" y="2669760"/>
            <a:ext cx="4036680" cy="418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Picture 6"/>
          <p:cNvPicPr/>
          <p:nvPr/>
        </p:nvPicPr>
        <p:blipFill>
          <a:blip r:embed="rId4"/>
          <a:srcRect l="35647"/>
          <a:stretch/>
        </p:blipFill>
        <p:spPr>
          <a:xfrm>
            <a:off x="0" y="2892240"/>
            <a:ext cx="1522080" cy="236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Oval 15"/>
          <p:cNvSpPr/>
          <p:nvPr/>
        </p:nvSpPr>
        <p:spPr>
          <a:xfrm>
            <a:off x="860904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" name="Picture 8"/>
          <p:cNvPicPr/>
          <p:nvPr/>
        </p:nvPicPr>
        <p:blipFill>
          <a:blip r:embed="rId5"/>
          <a:srcRect t="28812"/>
          <a:stretch/>
        </p:blipFill>
        <p:spPr>
          <a:xfrm>
            <a:off x="7999560" y="0"/>
            <a:ext cx="1603080" cy="114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" name="Picture 9"/>
          <p:cNvPicPr/>
          <p:nvPr/>
        </p:nvPicPr>
        <p:blipFill>
          <a:blip r:embed="rId6"/>
          <a:srcRect b="23333"/>
          <a:stretch/>
        </p:blipFill>
        <p:spPr>
          <a:xfrm>
            <a:off x="8605800" y="6095880"/>
            <a:ext cx="993240" cy="76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Rectangle 13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46200" y="452880"/>
            <a:ext cx="940428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it-IT" sz="4200" b="0" u="none" strike="noStrike">
                <a:solidFill>
                  <a:schemeClr val="lt2"/>
                </a:solidFill>
                <a:effectLst/>
                <a:uFillTx/>
                <a:latin typeface="Century Gothic"/>
              </a:rPr>
              <a:t>Fare clic per modificare lo stile del titolo dello schema</a:t>
            </a:r>
            <a:endParaRPr lang="en-US" sz="42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652320" y="4250880"/>
            <a:ext cx="293976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it-IT" sz="2400" b="0" u="none" strike="noStrike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rPr>
              <a:t>Fare clic per modificare gli stili del testo dello schema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body"/>
          </p:nvPr>
        </p:nvSpPr>
        <p:spPr>
          <a:xfrm>
            <a:off x="652320" y="2209680"/>
            <a:ext cx="2939760" cy="1523520"/>
          </a:xfrm>
          <a:prstGeom prst="rect">
            <a:avLst/>
          </a:prstGeom>
          <a:noFill/>
          <a:ln w="0">
            <a:noFill/>
          </a:ln>
          <a:effectLst>
            <a:outerShdw blurRad="50760" dist="50760" dir="5400000" rotWithShape="0">
              <a:srgbClr val="000000">
                <a:alpha val="43000"/>
              </a:srgbClr>
            </a:outerShdw>
          </a:effectLst>
        </p:spPr>
        <p:txBody>
          <a:bodyPr lIns="90000" tIns="45000" rIns="90000" bIns="45000" anchor="t">
            <a:norm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6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Fare clic sull'icona per inserire un'immagine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body"/>
          </p:nvPr>
        </p:nvSpPr>
        <p:spPr>
          <a:xfrm>
            <a:off x="652320" y="4827240"/>
            <a:ext cx="2939760" cy="65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Fare clic per modificare gli stili del testo dello schema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 type="body"/>
          </p:nvPr>
        </p:nvSpPr>
        <p:spPr>
          <a:xfrm>
            <a:off x="3889440" y="4250880"/>
            <a:ext cx="293004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it-IT" sz="2400" b="0" u="none" strike="noStrike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rPr>
              <a:t>Fare clic per modificare gli stili del testo dello schema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88" name="PlaceHolder 6"/>
          <p:cNvSpPr>
            <a:spLocks noGrp="1"/>
          </p:cNvSpPr>
          <p:nvPr>
            <p:ph type="body"/>
          </p:nvPr>
        </p:nvSpPr>
        <p:spPr>
          <a:xfrm>
            <a:off x="3889440" y="2209680"/>
            <a:ext cx="2930040" cy="1523520"/>
          </a:xfrm>
          <a:prstGeom prst="rect">
            <a:avLst/>
          </a:prstGeom>
          <a:noFill/>
          <a:ln w="0">
            <a:noFill/>
          </a:ln>
          <a:effectLst>
            <a:outerShdw blurRad="50760" dist="50760" dir="5400000" rotWithShape="0">
              <a:srgbClr val="000000">
                <a:alpha val="43000"/>
              </a:srgbClr>
            </a:outerShdw>
          </a:effectLst>
        </p:spPr>
        <p:txBody>
          <a:bodyPr lIns="90000" tIns="45000" rIns="90000" bIns="45000" anchor="t">
            <a:norm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6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Fare clic sull'icona per inserire un'immagine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89" name="PlaceHolder 7"/>
          <p:cNvSpPr>
            <a:spLocks noGrp="1"/>
          </p:cNvSpPr>
          <p:nvPr>
            <p:ph type="body"/>
          </p:nvPr>
        </p:nvSpPr>
        <p:spPr>
          <a:xfrm>
            <a:off x="3888000" y="4827240"/>
            <a:ext cx="2934000" cy="65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Fare clic per modificare gli stili del testo dello schema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90" name="PlaceHolder 8"/>
          <p:cNvSpPr>
            <a:spLocks noGrp="1"/>
          </p:cNvSpPr>
          <p:nvPr>
            <p:ph type="body"/>
          </p:nvPr>
        </p:nvSpPr>
        <p:spPr>
          <a:xfrm>
            <a:off x="7124760" y="4250880"/>
            <a:ext cx="293184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it-IT" sz="2400" b="0" u="none" strike="noStrike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rPr>
              <a:t>Fare clic per modificare gli stili del testo dello schema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91" name="PlaceHolder 9"/>
          <p:cNvSpPr>
            <a:spLocks noGrp="1"/>
          </p:cNvSpPr>
          <p:nvPr>
            <p:ph type="body"/>
          </p:nvPr>
        </p:nvSpPr>
        <p:spPr>
          <a:xfrm>
            <a:off x="7124760" y="2209680"/>
            <a:ext cx="2931840" cy="1523520"/>
          </a:xfrm>
          <a:prstGeom prst="rect">
            <a:avLst/>
          </a:prstGeom>
          <a:noFill/>
          <a:ln w="0">
            <a:noFill/>
          </a:ln>
          <a:effectLst>
            <a:outerShdw blurRad="50760" dist="50760" dir="5400000" rotWithShape="0">
              <a:srgbClr val="000000">
                <a:alpha val="43000"/>
              </a:srgbClr>
            </a:outerShdw>
          </a:effectLst>
        </p:spPr>
        <p:txBody>
          <a:bodyPr lIns="90000" tIns="45000" rIns="90000" bIns="45000" anchor="t">
            <a:norm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6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Fare clic sull'icona per inserire un'immagine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92" name="PlaceHolder 10"/>
          <p:cNvSpPr>
            <a:spLocks noGrp="1"/>
          </p:cNvSpPr>
          <p:nvPr>
            <p:ph type="body"/>
          </p:nvPr>
        </p:nvSpPr>
        <p:spPr>
          <a:xfrm>
            <a:off x="7124400" y="4827240"/>
            <a:ext cx="2935800" cy="65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Fare clic per modificare gli stili del testo dello schema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cxnSp>
        <p:nvCxnSpPr>
          <p:cNvPr id="93" name="Straight Connector 18"/>
          <p:cNvCxnSpPr/>
          <p:nvPr/>
        </p:nvCxnSpPr>
        <p:spPr>
          <a:xfrm>
            <a:off x="3726000" y="2133360"/>
            <a:ext cx="360" cy="3962880"/>
          </a:xfrm>
          <a:prstGeom prst="straightConnector1">
            <a:avLst/>
          </a:prstGeom>
          <a:ln w="12700" cap="rnd">
            <a:solidFill>
              <a:schemeClr val="lt2">
                <a:lumMod val="40000"/>
                <a:lumOff val="60000"/>
                <a:alpha val="40000"/>
              </a:schemeClr>
            </a:solidFill>
            <a:round/>
          </a:ln>
        </p:spPr>
      </p:cxnSp>
      <p:cxnSp>
        <p:nvCxnSpPr>
          <p:cNvPr id="94" name="Straight Connector 19"/>
          <p:cNvCxnSpPr/>
          <p:nvPr/>
        </p:nvCxnSpPr>
        <p:spPr>
          <a:xfrm>
            <a:off x="6962040" y="2133360"/>
            <a:ext cx="360" cy="3967200"/>
          </a:xfrm>
          <a:prstGeom prst="straightConnector1">
            <a:avLst/>
          </a:prstGeom>
          <a:ln w="12700" cap="rnd">
            <a:solidFill>
              <a:schemeClr val="lt2">
                <a:lumMod val="40000"/>
                <a:lumOff val="60000"/>
                <a:alpha val="40000"/>
              </a:schemeClr>
            </a:solidFill>
            <a:round/>
          </a:ln>
        </p:spPr>
      </p:cxnSp>
      <p:sp>
        <p:nvSpPr>
          <p:cNvPr id="95" name="PlaceHolder 11"/>
          <p:cNvSpPr>
            <a:spLocks noGrp="1"/>
          </p:cNvSpPr>
          <p:nvPr>
            <p:ph type="dt" idx="19"/>
          </p:nvPr>
        </p:nvSpPr>
        <p:spPr>
          <a:xfrm rot="5400000">
            <a:off x="10155600" y="1790640"/>
            <a:ext cx="990360" cy="30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rPr>
              <a:t>&lt;data/ora&gt;</a:t>
            </a:r>
            <a:endParaRPr lang="it-IT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PlaceHolder 12"/>
          <p:cNvSpPr>
            <a:spLocks noGrp="1"/>
          </p:cNvSpPr>
          <p:nvPr>
            <p:ph type="ftr" idx="20"/>
          </p:nvPr>
        </p:nvSpPr>
        <p:spPr>
          <a:xfrm rot="5400000">
            <a:off x="8951760" y="3225240"/>
            <a:ext cx="3859560" cy="30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>
              <a:buNone/>
              <a:defRPr lang="it-IT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it-IT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&lt;piè di pagina&gt;</a:t>
            </a:r>
          </a:p>
        </p:txBody>
      </p:sp>
      <p:sp>
        <p:nvSpPr>
          <p:cNvPr id="97" name="PlaceHolder 13"/>
          <p:cNvSpPr>
            <a:spLocks noGrp="1"/>
          </p:cNvSpPr>
          <p:nvPr>
            <p:ph type="sldNum" idx="21"/>
          </p:nvPr>
        </p:nvSpPr>
        <p:spPr>
          <a:xfrm>
            <a:off x="10352520" y="295560"/>
            <a:ext cx="837720" cy="76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FA7EFDD0-0A38-4850-9ECA-985341C596FB}" type="slidenum">
              <a: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rPr>
              <a:t>‹N›</a:t>
            </a:fld>
            <a:endParaRPr lang="it-IT" sz="2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7"/>
          <p:cNvPicPr/>
          <p:nvPr/>
        </p:nvPicPr>
        <p:blipFill>
          <a:blip r:embed="rId3"/>
          <a:srcRect l="3610"/>
          <a:stretch/>
        </p:blipFill>
        <p:spPr>
          <a:xfrm>
            <a:off x="0" y="2669760"/>
            <a:ext cx="4036680" cy="418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9" name="Picture 6"/>
          <p:cNvPicPr/>
          <p:nvPr/>
        </p:nvPicPr>
        <p:blipFill>
          <a:blip r:embed="rId4"/>
          <a:srcRect l="35647"/>
          <a:stretch/>
        </p:blipFill>
        <p:spPr>
          <a:xfrm>
            <a:off x="0" y="2892240"/>
            <a:ext cx="1522080" cy="236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Oval 15"/>
          <p:cNvSpPr/>
          <p:nvPr/>
        </p:nvSpPr>
        <p:spPr>
          <a:xfrm>
            <a:off x="860904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1" name="Picture 8"/>
          <p:cNvPicPr/>
          <p:nvPr/>
        </p:nvPicPr>
        <p:blipFill>
          <a:blip r:embed="rId5"/>
          <a:srcRect t="28812"/>
          <a:stretch/>
        </p:blipFill>
        <p:spPr>
          <a:xfrm>
            <a:off x="7999560" y="0"/>
            <a:ext cx="1603080" cy="114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2" name="Picture 9"/>
          <p:cNvPicPr/>
          <p:nvPr/>
        </p:nvPicPr>
        <p:blipFill>
          <a:blip r:embed="rId6"/>
          <a:srcRect b="23333"/>
          <a:stretch/>
        </p:blipFill>
        <p:spPr>
          <a:xfrm>
            <a:off x="8605800" y="6095880"/>
            <a:ext cx="993240" cy="76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Rectangle 13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46200" y="452880"/>
            <a:ext cx="940428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it-IT" sz="4200" b="0" u="none" strike="noStrike">
                <a:solidFill>
                  <a:schemeClr val="lt2"/>
                </a:solidFill>
                <a:effectLst/>
                <a:uFillTx/>
                <a:latin typeface="Century Gothic"/>
              </a:rPr>
              <a:t>Fare clic per modificare lo stile del titolo dello schema</a:t>
            </a:r>
            <a:endParaRPr lang="en-US" sz="42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1103400" y="2053080"/>
            <a:ext cx="8946360" cy="4195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it-IT" sz="20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Fare clic per modificare gli stili del testo dello schema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it-IT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Secondo livello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it-IT" sz="16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Terzo livello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it-IT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Quarto livello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it-IT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Quinto livello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dt" idx="22"/>
          </p:nvPr>
        </p:nvSpPr>
        <p:spPr>
          <a:xfrm rot="5400000">
            <a:off x="10155600" y="1790640"/>
            <a:ext cx="990360" cy="30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rPr>
              <a:t>&lt;data/ora&gt;</a:t>
            </a:r>
            <a:endParaRPr lang="it-IT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ftr" idx="23"/>
          </p:nvPr>
        </p:nvSpPr>
        <p:spPr>
          <a:xfrm rot="5400000">
            <a:off x="8951760" y="3225240"/>
            <a:ext cx="3859560" cy="30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>
              <a:buNone/>
              <a:defRPr lang="it-IT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it-IT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&lt;piè di pagina&gt;</a:t>
            </a:r>
          </a:p>
        </p:txBody>
      </p:sp>
      <p:sp>
        <p:nvSpPr>
          <p:cNvPr id="108" name="PlaceHolder 5"/>
          <p:cNvSpPr>
            <a:spLocks noGrp="1"/>
          </p:cNvSpPr>
          <p:nvPr>
            <p:ph type="sldNum" idx="24"/>
          </p:nvPr>
        </p:nvSpPr>
        <p:spPr>
          <a:xfrm>
            <a:off x="10352520" y="295560"/>
            <a:ext cx="837720" cy="76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AA5549D6-2F0C-4172-A453-F32EA831493F}" type="slidenum">
              <a: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rPr>
              <a:t>‹N›</a:t>
            </a:fld>
            <a:endParaRPr lang="it-IT" sz="2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redefinito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Picture 7"/>
          <p:cNvPicPr/>
          <p:nvPr/>
        </p:nvPicPr>
        <p:blipFill>
          <a:blip r:embed="rId3"/>
          <a:srcRect l="3610"/>
          <a:stretch/>
        </p:blipFill>
        <p:spPr>
          <a:xfrm>
            <a:off x="0" y="2669760"/>
            <a:ext cx="4036680" cy="418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0" name="Picture 6"/>
          <p:cNvPicPr/>
          <p:nvPr/>
        </p:nvPicPr>
        <p:blipFill>
          <a:blip r:embed="rId4"/>
          <a:srcRect l="35647"/>
          <a:stretch/>
        </p:blipFill>
        <p:spPr>
          <a:xfrm>
            <a:off x="0" y="2892240"/>
            <a:ext cx="1522080" cy="236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Oval 15"/>
          <p:cNvSpPr/>
          <p:nvPr/>
        </p:nvSpPr>
        <p:spPr>
          <a:xfrm>
            <a:off x="860904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2" name="Picture 8"/>
          <p:cNvPicPr/>
          <p:nvPr/>
        </p:nvPicPr>
        <p:blipFill>
          <a:blip r:embed="rId5"/>
          <a:srcRect t="28812"/>
          <a:stretch/>
        </p:blipFill>
        <p:spPr>
          <a:xfrm>
            <a:off x="7999560" y="0"/>
            <a:ext cx="1603080" cy="114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3" name="Picture 9"/>
          <p:cNvPicPr/>
          <p:nvPr/>
        </p:nvPicPr>
        <p:blipFill>
          <a:blip r:embed="rId6"/>
          <a:srcRect b="23333"/>
          <a:stretch/>
        </p:blipFill>
        <p:spPr>
          <a:xfrm>
            <a:off x="8605800" y="6095880"/>
            <a:ext cx="993240" cy="76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Rectangle 13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8304120" y="430200"/>
            <a:ext cx="1752120" cy="58258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it-IT" sz="4200" b="0" u="none" strike="noStrike">
                <a:solidFill>
                  <a:schemeClr val="lt2"/>
                </a:solidFill>
                <a:effectLst/>
                <a:uFillTx/>
                <a:latin typeface="Century Gothic"/>
              </a:rPr>
              <a:t>Fare clic per modificare lo stile del titolo dello schema</a:t>
            </a:r>
            <a:endParaRPr lang="en-US" sz="42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652320" y="887400"/>
            <a:ext cx="7422840" cy="53686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it-IT" sz="20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Fare clic per modificare gli stili del testo dello schema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it-IT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Secondo livello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it-IT" sz="16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Terzo livello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it-IT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Quarto livello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it-IT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Quinto livello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dt" idx="25"/>
          </p:nvPr>
        </p:nvSpPr>
        <p:spPr>
          <a:xfrm rot="5400000">
            <a:off x="10155600" y="1790640"/>
            <a:ext cx="990360" cy="30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rPr>
              <a:t>&lt;data/ora&gt;</a:t>
            </a:r>
            <a:endParaRPr lang="it-IT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 type="ftr" idx="26"/>
          </p:nvPr>
        </p:nvSpPr>
        <p:spPr>
          <a:xfrm rot="5400000">
            <a:off x="8951760" y="3225240"/>
            <a:ext cx="3859560" cy="30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>
              <a:buNone/>
              <a:defRPr lang="it-IT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it-IT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&lt;piè di pagina&gt;</a:t>
            </a:r>
          </a:p>
        </p:txBody>
      </p:sp>
      <p:sp>
        <p:nvSpPr>
          <p:cNvPr id="119" name="PlaceHolder 5"/>
          <p:cNvSpPr>
            <a:spLocks noGrp="1"/>
          </p:cNvSpPr>
          <p:nvPr>
            <p:ph type="sldNum" idx="27"/>
          </p:nvPr>
        </p:nvSpPr>
        <p:spPr>
          <a:xfrm>
            <a:off x="10352520" y="295560"/>
            <a:ext cx="837720" cy="76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2B68F613-FC77-434B-A2DA-FF75655E6358}" type="slidenum">
              <a: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rPr>
              <a:t>‹N›</a:t>
            </a:fld>
            <a:endParaRPr lang="it-IT" sz="2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Picture 7"/>
          <p:cNvPicPr/>
          <p:nvPr/>
        </p:nvPicPr>
        <p:blipFill>
          <a:blip r:embed="rId3"/>
          <a:srcRect l="3610"/>
          <a:stretch/>
        </p:blipFill>
        <p:spPr>
          <a:xfrm>
            <a:off x="0" y="2669760"/>
            <a:ext cx="4036680" cy="418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1" name="Picture 6"/>
          <p:cNvPicPr/>
          <p:nvPr/>
        </p:nvPicPr>
        <p:blipFill>
          <a:blip r:embed="rId4"/>
          <a:srcRect l="35647"/>
          <a:stretch/>
        </p:blipFill>
        <p:spPr>
          <a:xfrm>
            <a:off x="0" y="2892240"/>
            <a:ext cx="1522080" cy="236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Oval 15"/>
          <p:cNvSpPr/>
          <p:nvPr/>
        </p:nvSpPr>
        <p:spPr>
          <a:xfrm>
            <a:off x="860904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3" name="Picture 8"/>
          <p:cNvPicPr/>
          <p:nvPr/>
        </p:nvPicPr>
        <p:blipFill>
          <a:blip r:embed="rId5"/>
          <a:srcRect t="28812"/>
          <a:stretch/>
        </p:blipFill>
        <p:spPr>
          <a:xfrm>
            <a:off x="7999560" y="0"/>
            <a:ext cx="1603080" cy="114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Picture 9"/>
          <p:cNvPicPr/>
          <p:nvPr/>
        </p:nvPicPr>
        <p:blipFill>
          <a:blip r:embed="rId6"/>
          <a:srcRect b="23333"/>
          <a:stretch/>
        </p:blipFill>
        <p:spPr>
          <a:xfrm>
            <a:off x="8605800" y="6095880"/>
            <a:ext cx="993240" cy="76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" name="Rectangle 13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46200" y="452880"/>
            <a:ext cx="940428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it-IT" sz="4200" b="0" u="none" strike="noStrike">
                <a:solidFill>
                  <a:schemeClr val="lt2"/>
                </a:solidFill>
                <a:effectLst/>
                <a:uFillTx/>
                <a:latin typeface="Century Gothic"/>
              </a:rPr>
              <a:t>Fare clic per modificare lo stile del titolo dello schema</a:t>
            </a:r>
            <a:endParaRPr lang="en-US" sz="42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1103400" y="2053080"/>
            <a:ext cx="8946360" cy="419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it-IT" sz="20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Fare clic per modificare gli stili del testo dello schema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it-IT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Secondo livello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it-IT" sz="16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Terzo livello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it-IT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Quarto livello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it-IT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Quinto livello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dt" idx="28"/>
          </p:nvPr>
        </p:nvSpPr>
        <p:spPr>
          <a:xfrm rot="5400000">
            <a:off x="10155600" y="1790640"/>
            <a:ext cx="990360" cy="30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rPr>
              <a:t>&lt;data/ora&gt;</a:t>
            </a:r>
            <a:endParaRPr lang="it-IT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 type="ftr" idx="29"/>
          </p:nvPr>
        </p:nvSpPr>
        <p:spPr>
          <a:xfrm rot="5400000">
            <a:off x="8951760" y="3225240"/>
            <a:ext cx="3859560" cy="30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>
              <a:buNone/>
              <a:defRPr lang="it-IT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it-IT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&lt;piè di pagina&gt;</a:t>
            </a:r>
          </a:p>
        </p:txBody>
      </p:sp>
      <p:sp>
        <p:nvSpPr>
          <p:cNvPr id="130" name="PlaceHolder 5"/>
          <p:cNvSpPr>
            <a:spLocks noGrp="1"/>
          </p:cNvSpPr>
          <p:nvPr>
            <p:ph type="sldNum" idx="30"/>
          </p:nvPr>
        </p:nvSpPr>
        <p:spPr>
          <a:xfrm>
            <a:off x="10352520" y="295560"/>
            <a:ext cx="837720" cy="76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EA54BAFA-FA1B-4FA1-A2A1-7E6E5C214E3B}" type="slidenum">
              <a: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rPr>
              <a:t>‹N›</a:t>
            </a:fld>
            <a:endParaRPr lang="it-IT" sz="2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ntestazione sezione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Picture 7"/>
          <p:cNvPicPr/>
          <p:nvPr/>
        </p:nvPicPr>
        <p:blipFill>
          <a:blip r:embed="rId3"/>
          <a:srcRect l="3610"/>
          <a:stretch/>
        </p:blipFill>
        <p:spPr>
          <a:xfrm>
            <a:off x="0" y="2669760"/>
            <a:ext cx="4036680" cy="418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2" name="Picture 6"/>
          <p:cNvPicPr/>
          <p:nvPr/>
        </p:nvPicPr>
        <p:blipFill>
          <a:blip r:embed="rId4"/>
          <a:srcRect l="35647"/>
          <a:stretch/>
        </p:blipFill>
        <p:spPr>
          <a:xfrm>
            <a:off x="0" y="2892240"/>
            <a:ext cx="1522080" cy="236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Oval 15"/>
          <p:cNvSpPr/>
          <p:nvPr/>
        </p:nvSpPr>
        <p:spPr>
          <a:xfrm>
            <a:off x="860904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4" name="Picture 8"/>
          <p:cNvPicPr/>
          <p:nvPr/>
        </p:nvPicPr>
        <p:blipFill>
          <a:blip r:embed="rId5"/>
          <a:srcRect t="28812"/>
          <a:stretch/>
        </p:blipFill>
        <p:spPr>
          <a:xfrm>
            <a:off x="7999560" y="0"/>
            <a:ext cx="1603080" cy="114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5" name="Picture 9"/>
          <p:cNvPicPr/>
          <p:nvPr/>
        </p:nvPicPr>
        <p:blipFill>
          <a:blip r:embed="rId6"/>
          <a:srcRect b="23333"/>
          <a:stretch/>
        </p:blipFill>
        <p:spPr>
          <a:xfrm>
            <a:off x="8605800" y="6095880"/>
            <a:ext cx="993240" cy="76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Rectangle 13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1154880" y="2861640"/>
            <a:ext cx="8825400" cy="191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it-IT" sz="4000" b="0" u="none" strike="noStrike">
                <a:solidFill>
                  <a:schemeClr val="lt2"/>
                </a:solidFill>
                <a:effectLst/>
                <a:uFillTx/>
                <a:latin typeface="Century Gothic"/>
              </a:rPr>
              <a:t>Fare clic per modificare lo stile del titolo dello schema</a:t>
            </a:r>
            <a:endParaRPr lang="en-US" sz="40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1154880" y="4777560"/>
            <a:ext cx="8825400" cy="86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it-IT" sz="2000" b="0" u="none" strike="noStrike" cap="all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rPr>
              <a:t>Fare clic per modificare gli stili del testo dello schema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dt" idx="31"/>
          </p:nvPr>
        </p:nvSpPr>
        <p:spPr>
          <a:xfrm rot="5400000">
            <a:off x="10155600" y="1790640"/>
            <a:ext cx="990360" cy="30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rPr>
              <a:t>&lt;data/ora&gt;</a:t>
            </a:r>
            <a:endParaRPr lang="it-IT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 type="ftr" idx="32"/>
          </p:nvPr>
        </p:nvSpPr>
        <p:spPr>
          <a:xfrm rot="5400000">
            <a:off x="8951760" y="3225240"/>
            <a:ext cx="3859560" cy="30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>
              <a:buNone/>
              <a:defRPr lang="it-IT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it-IT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&lt;piè di pagina&gt;</a:t>
            </a:r>
          </a:p>
        </p:txBody>
      </p:sp>
      <p:sp>
        <p:nvSpPr>
          <p:cNvPr id="141" name="PlaceHolder 5"/>
          <p:cNvSpPr>
            <a:spLocks noGrp="1"/>
          </p:cNvSpPr>
          <p:nvPr>
            <p:ph type="sldNum" idx="33"/>
          </p:nvPr>
        </p:nvSpPr>
        <p:spPr>
          <a:xfrm>
            <a:off x="10352520" y="295560"/>
            <a:ext cx="837720" cy="76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76420BAA-1CA4-4825-888E-AE4F9D637F69}" type="slidenum">
              <a: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rPr>
              <a:t>‹N›</a:t>
            </a:fld>
            <a:endParaRPr lang="it-IT" sz="2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Picture 7"/>
          <p:cNvPicPr/>
          <p:nvPr/>
        </p:nvPicPr>
        <p:blipFill>
          <a:blip r:embed="rId3"/>
          <a:srcRect l="3610"/>
          <a:stretch/>
        </p:blipFill>
        <p:spPr>
          <a:xfrm>
            <a:off x="0" y="2669760"/>
            <a:ext cx="4036680" cy="418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3" name="Picture 6"/>
          <p:cNvPicPr/>
          <p:nvPr/>
        </p:nvPicPr>
        <p:blipFill>
          <a:blip r:embed="rId4"/>
          <a:srcRect l="35647"/>
          <a:stretch/>
        </p:blipFill>
        <p:spPr>
          <a:xfrm>
            <a:off x="0" y="2892240"/>
            <a:ext cx="1522080" cy="236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Oval 15"/>
          <p:cNvSpPr/>
          <p:nvPr/>
        </p:nvSpPr>
        <p:spPr>
          <a:xfrm>
            <a:off x="860904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5" name="Picture 8"/>
          <p:cNvPicPr/>
          <p:nvPr/>
        </p:nvPicPr>
        <p:blipFill>
          <a:blip r:embed="rId5"/>
          <a:srcRect t="28812"/>
          <a:stretch/>
        </p:blipFill>
        <p:spPr>
          <a:xfrm>
            <a:off x="7999560" y="0"/>
            <a:ext cx="1603080" cy="114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6" name="Picture 9"/>
          <p:cNvPicPr/>
          <p:nvPr/>
        </p:nvPicPr>
        <p:blipFill>
          <a:blip r:embed="rId6"/>
          <a:srcRect b="23333"/>
          <a:stretch/>
        </p:blipFill>
        <p:spPr>
          <a:xfrm>
            <a:off x="8605800" y="6095880"/>
            <a:ext cx="993240" cy="76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Rectangle 13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646200" y="452880"/>
            <a:ext cx="940428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it-IT" sz="4200" b="0" u="none" strike="noStrike">
                <a:solidFill>
                  <a:schemeClr val="lt2"/>
                </a:solidFill>
                <a:effectLst/>
                <a:uFillTx/>
                <a:latin typeface="Century Gothic"/>
              </a:rPr>
              <a:t>Fare clic per modificare lo stile del titolo dello schema</a:t>
            </a:r>
            <a:endParaRPr lang="en-US" sz="42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1103400" y="2060640"/>
            <a:ext cx="4395960" cy="4195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it-IT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Fare clic per modificare gli stili del testo dello schema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it-IT" sz="16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Secondo livello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it-IT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Terzo livello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it-IT" sz="12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Quarto livello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it-IT" sz="12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Quinto livello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body"/>
          </p:nvPr>
        </p:nvSpPr>
        <p:spPr>
          <a:xfrm>
            <a:off x="5654520" y="2055960"/>
            <a:ext cx="4395960" cy="41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it-IT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Fare clic per modificare gli stili del testo dello schema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it-IT" sz="16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Secondo livello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it-IT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Terzo livello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it-IT" sz="12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Quarto livello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it-IT" sz="12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Quinto livello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 type="dt" idx="34"/>
          </p:nvPr>
        </p:nvSpPr>
        <p:spPr>
          <a:xfrm rot="5400000">
            <a:off x="10155600" y="1790640"/>
            <a:ext cx="990360" cy="30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rPr>
              <a:t>&lt;data/ora&gt;</a:t>
            </a:r>
            <a:endParaRPr lang="it-IT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PlaceHolder 5"/>
          <p:cNvSpPr>
            <a:spLocks noGrp="1"/>
          </p:cNvSpPr>
          <p:nvPr>
            <p:ph type="ftr" idx="35"/>
          </p:nvPr>
        </p:nvSpPr>
        <p:spPr>
          <a:xfrm rot="5400000">
            <a:off x="8951760" y="3225240"/>
            <a:ext cx="3859560" cy="30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>
              <a:buNone/>
              <a:defRPr lang="it-IT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it-IT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&lt;piè di pagina&gt;</a:t>
            </a:r>
          </a:p>
        </p:txBody>
      </p:sp>
      <p:sp>
        <p:nvSpPr>
          <p:cNvPr id="153" name="PlaceHolder 6"/>
          <p:cNvSpPr>
            <a:spLocks noGrp="1"/>
          </p:cNvSpPr>
          <p:nvPr>
            <p:ph type="sldNum" idx="36"/>
          </p:nvPr>
        </p:nvSpPr>
        <p:spPr>
          <a:xfrm>
            <a:off x="10352520" y="295560"/>
            <a:ext cx="837720" cy="76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78A416C0-72A5-4A53-812D-3ACC7F8244B6}" type="slidenum">
              <a: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rPr>
              <a:t>‹N›</a:t>
            </a:fld>
            <a:endParaRPr lang="it-IT" sz="2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fronto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Picture 7"/>
          <p:cNvPicPr/>
          <p:nvPr/>
        </p:nvPicPr>
        <p:blipFill>
          <a:blip r:embed="rId3"/>
          <a:srcRect l="3610"/>
          <a:stretch/>
        </p:blipFill>
        <p:spPr>
          <a:xfrm>
            <a:off x="0" y="2669760"/>
            <a:ext cx="4036680" cy="418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5" name="Picture 6"/>
          <p:cNvPicPr/>
          <p:nvPr/>
        </p:nvPicPr>
        <p:blipFill>
          <a:blip r:embed="rId4"/>
          <a:srcRect l="35647"/>
          <a:stretch/>
        </p:blipFill>
        <p:spPr>
          <a:xfrm>
            <a:off x="0" y="2892240"/>
            <a:ext cx="1522080" cy="236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" name="Oval 15"/>
          <p:cNvSpPr/>
          <p:nvPr/>
        </p:nvSpPr>
        <p:spPr>
          <a:xfrm>
            <a:off x="860904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7" name="Picture 8"/>
          <p:cNvPicPr/>
          <p:nvPr/>
        </p:nvPicPr>
        <p:blipFill>
          <a:blip r:embed="rId5"/>
          <a:srcRect t="28812"/>
          <a:stretch/>
        </p:blipFill>
        <p:spPr>
          <a:xfrm>
            <a:off x="7999560" y="0"/>
            <a:ext cx="1603080" cy="114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8" name="Picture 9"/>
          <p:cNvPicPr/>
          <p:nvPr/>
        </p:nvPicPr>
        <p:blipFill>
          <a:blip r:embed="rId6"/>
          <a:srcRect b="23333"/>
          <a:stretch/>
        </p:blipFill>
        <p:spPr>
          <a:xfrm>
            <a:off x="8605800" y="6095880"/>
            <a:ext cx="993240" cy="76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" name="Rectangle 13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646200" y="452880"/>
            <a:ext cx="940428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it-IT" sz="4200" b="0" u="none" strike="noStrike">
                <a:solidFill>
                  <a:schemeClr val="lt2"/>
                </a:solidFill>
                <a:effectLst/>
                <a:uFillTx/>
                <a:latin typeface="Century Gothic"/>
              </a:rPr>
              <a:t>Fare clic per modificare lo stile del titolo dello schema</a:t>
            </a:r>
            <a:endParaRPr lang="en-US" sz="42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1103400" y="1905120"/>
            <a:ext cx="439596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it-IT" sz="2400" b="0" u="none" strike="noStrike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rPr>
              <a:t>Fare clic per modificare gli stili del testo dello schema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body"/>
          </p:nvPr>
        </p:nvSpPr>
        <p:spPr>
          <a:xfrm>
            <a:off x="1103400" y="2514600"/>
            <a:ext cx="4395960" cy="374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it-IT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Fare clic per modificare gli stili del testo dello schema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it-IT" sz="16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Secondo livello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it-IT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Terzo livello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it-IT" sz="12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Quarto livello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it-IT" sz="12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Quinto livello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 type="body"/>
          </p:nvPr>
        </p:nvSpPr>
        <p:spPr>
          <a:xfrm>
            <a:off x="5654520" y="1905120"/>
            <a:ext cx="439596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it-IT" sz="2400" b="0" u="none" strike="noStrike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rPr>
              <a:t>Fare clic per modificare gli stili del testo dello schema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64" name="PlaceHolder 5"/>
          <p:cNvSpPr>
            <a:spLocks noGrp="1"/>
          </p:cNvSpPr>
          <p:nvPr>
            <p:ph type="body"/>
          </p:nvPr>
        </p:nvSpPr>
        <p:spPr>
          <a:xfrm>
            <a:off x="5654520" y="2514600"/>
            <a:ext cx="4395960" cy="374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it-IT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Fare clic per modificare gli stili del testo dello schema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it-IT" sz="16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Secondo livello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it-IT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Terzo livello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it-IT" sz="12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Quarto livello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it-IT" sz="12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Quinto livello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65" name="PlaceHolder 6"/>
          <p:cNvSpPr>
            <a:spLocks noGrp="1"/>
          </p:cNvSpPr>
          <p:nvPr>
            <p:ph type="dt" idx="37"/>
          </p:nvPr>
        </p:nvSpPr>
        <p:spPr>
          <a:xfrm rot="5400000">
            <a:off x="10155600" y="1790640"/>
            <a:ext cx="990360" cy="30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rPr>
              <a:t>&lt;data/ora&gt;</a:t>
            </a:r>
            <a:endParaRPr lang="it-IT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PlaceHolder 7"/>
          <p:cNvSpPr>
            <a:spLocks noGrp="1"/>
          </p:cNvSpPr>
          <p:nvPr>
            <p:ph type="ftr" idx="38"/>
          </p:nvPr>
        </p:nvSpPr>
        <p:spPr>
          <a:xfrm rot="5400000">
            <a:off x="8951760" y="3225240"/>
            <a:ext cx="3859560" cy="30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>
              <a:buNone/>
              <a:defRPr lang="it-IT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it-IT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&lt;piè di pagina&gt;</a:t>
            </a:r>
          </a:p>
        </p:txBody>
      </p:sp>
      <p:sp>
        <p:nvSpPr>
          <p:cNvPr id="167" name="PlaceHolder 8"/>
          <p:cNvSpPr>
            <a:spLocks noGrp="1"/>
          </p:cNvSpPr>
          <p:nvPr>
            <p:ph type="sldNum" idx="39"/>
          </p:nvPr>
        </p:nvSpPr>
        <p:spPr>
          <a:xfrm>
            <a:off x="10352520" y="295560"/>
            <a:ext cx="837720" cy="76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8B06C191-E209-4986-BD5D-F10CA6FAA8F1}" type="slidenum">
              <a: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rPr>
              <a:t>‹N›</a:t>
            </a:fld>
            <a:endParaRPr lang="it-IT" sz="2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Picture 7"/>
          <p:cNvPicPr/>
          <p:nvPr/>
        </p:nvPicPr>
        <p:blipFill>
          <a:blip r:embed="rId3"/>
          <a:srcRect l="3610"/>
          <a:stretch/>
        </p:blipFill>
        <p:spPr>
          <a:xfrm>
            <a:off x="0" y="2669760"/>
            <a:ext cx="4036680" cy="418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9" name="Picture 6"/>
          <p:cNvPicPr/>
          <p:nvPr/>
        </p:nvPicPr>
        <p:blipFill>
          <a:blip r:embed="rId4"/>
          <a:srcRect l="35647"/>
          <a:stretch/>
        </p:blipFill>
        <p:spPr>
          <a:xfrm>
            <a:off x="0" y="2892240"/>
            <a:ext cx="1522080" cy="236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0" name="Oval 15"/>
          <p:cNvSpPr/>
          <p:nvPr/>
        </p:nvSpPr>
        <p:spPr>
          <a:xfrm>
            <a:off x="860904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1" name="Picture 8"/>
          <p:cNvPicPr/>
          <p:nvPr/>
        </p:nvPicPr>
        <p:blipFill>
          <a:blip r:embed="rId5"/>
          <a:srcRect t="28812"/>
          <a:stretch/>
        </p:blipFill>
        <p:spPr>
          <a:xfrm>
            <a:off x="7999560" y="0"/>
            <a:ext cx="1603080" cy="114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2" name="Picture 9"/>
          <p:cNvPicPr/>
          <p:nvPr/>
        </p:nvPicPr>
        <p:blipFill>
          <a:blip r:embed="rId6"/>
          <a:srcRect b="23333"/>
          <a:stretch/>
        </p:blipFill>
        <p:spPr>
          <a:xfrm>
            <a:off x="8605800" y="6095880"/>
            <a:ext cx="993240" cy="76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3" name="Rectangle 13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646200" y="452880"/>
            <a:ext cx="940428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it-IT" sz="4200" b="0" u="none" strike="noStrike">
                <a:solidFill>
                  <a:schemeClr val="lt2"/>
                </a:solidFill>
                <a:effectLst/>
                <a:uFillTx/>
                <a:latin typeface="Century Gothic"/>
              </a:rPr>
              <a:t>Fare clic per modificare lo stile del titolo dello schema</a:t>
            </a:r>
            <a:endParaRPr lang="en-US" sz="42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dt" idx="40"/>
          </p:nvPr>
        </p:nvSpPr>
        <p:spPr>
          <a:xfrm rot="5400000">
            <a:off x="10155600" y="1790640"/>
            <a:ext cx="990360" cy="30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rPr>
              <a:t>&lt;data/ora&gt;</a:t>
            </a:r>
            <a:endParaRPr lang="it-IT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ftr" idx="41"/>
          </p:nvPr>
        </p:nvSpPr>
        <p:spPr>
          <a:xfrm rot="5400000">
            <a:off x="8951760" y="3225240"/>
            <a:ext cx="3859560" cy="30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>
              <a:buNone/>
              <a:defRPr lang="it-IT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it-IT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&lt;piè di pagina&gt;</a:t>
            </a:r>
          </a:p>
        </p:txBody>
      </p:sp>
      <p:sp>
        <p:nvSpPr>
          <p:cNvPr id="177" name="PlaceHolder 4"/>
          <p:cNvSpPr>
            <a:spLocks noGrp="1"/>
          </p:cNvSpPr>
          <p:nvPr>
            <p:ph type="sldNum" idx="42"/>
          </p:nvPr>
        </p:nvSpPr>
        <p:spPr>
          <a:xfrm>
            <a:off x="10352520" y="295560"/>
            <a:ext cx="837720" cy="76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EC298019-DEC8-4F17-9DD2-409BEC93096C}" type="slidenum">
              <a: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rPr>
              <a:t>‹N›</a:t>
            </a:fld>
            <a:endParaRPr lang="it-IT" sz="2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Picture 7"/>
          <p:cNvPicPr/>
          <p:nvPr/>
        </p:nvPicPr>
        <p:blipFill>
          <a:blip r:embed="rId3"/>
          <a:srcRect l="3610"/>
          <a:stretch/>
        </p:blipFill>
        <p:spPr>
          <a:xfrm>
            <a:off x="0" y="2669760"/>
            <a:ext cx="4036680" cy="418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9" name="Picture 6"/>
          <p:cNvPicPr/>
          <p:nvPr/>
        </p:nvPicPr>
        <p:blipFill>
          <a:blip r:embed="rId4"/>
          <a:srcRect l="35647"/>
          <a:stretch/>
        </p:blipFill>
        <p:spPr>
          <a:xfrm>
            <a:off x="0" y="2892240"/>
            <a:ext cx="1522080" cy="236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0" name="Oval 15"/>
          <p:cNvSpPr/>
          <p:nvPr/>
        </p:nvSpPr>
        <p:spPr>
          <a:xfrm>
            <a:off x="860904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1" name="Picture 8"/>
          <p:cNvPicPr/>
          <p:nvPr/>
        </p:nvPicPr>
        <p:blipFill>
          <a:blip r:embed="rId5"/>
          <a:srcRect t="28812"/>
          <a:stretch/>
        </p:blipFill>
        <p:spPr>
          <a:xfrm>
            <a:off x="7999560" y="0"/>
            <a:ext cx="1603080" cy="114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2" name="Picture 9"/>
          <p:cNvPicPr/>
          <p:nvPr/>
        </p:nvPicPr>
        <p:blipFill>
          <a:blip r:embed="rId6"/>
          <a:srcRect b="23333"/>
          <a:stretch/>
        </p:blipFill>
        <p:spPr>
          <a:xfrm>
            <a:off x="8605800" y="6095880"/>
            <a:ext cx="993240" cy="76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3" name="Rectangle 13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PlaceHolder 1"/>
          <p:cNvSpPr>
            <a:spLocks noGrp="1"/>
          </p:cNvSpPr>
          <p:nvPr>
            <p:ph type="dt" idx="43"/>
          </p:nvPr>
        </p:nvSpPr>
        <p:spPr>
          <a:xfrm rot="5400000">
            <a:off x="10155600" y="1790640"/>
            <a:ext cx="990360" cy="30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rPr>
              <a:t>&lt;data/ora&gt;</a:t>
            </a:r>
            <a:endParaRPr lang="it-IT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ftr" idx="44"/>
          </p:nvPr>
        </p:nvSpPr>
        <p:spPr>
          <a:xfrm rot="5400000">
            <a:off x="8951760" y="3225240"/>
            <a:ext cx="3859560" cy="30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>
              <a:buNone/>
              <a:defRPr lang="it-IT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it-IT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&lt;piè di pagina&gt;</a:t>
            </a:r>
          </a:p>
        </p:txBody>
      </p:sp>
      <p:sp>
        <p:nvSpPr>
          <p:cNvPr id="186" name="PlaceHolder 3"/>
          <p:cNvSpPr>
            <a:spLocks noGrp="1"/>
          </p:cNvSpPr>
          <p:nvPr>
            <p:ph type="sldNum" idx="45"/>
          </p:nvPr>
        </p:nvSpPr>
        <p:spPr>
          <a:xfrm>
            <a:off x="10352520" y="295560"/>
            <a:ext cx="837720" cy="76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623FE9CF-D508-4522-8F3D-CD1DA65232DE}" type="slidenum">
              <a: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rPr>
              <a:t>‹N›</a:t>
            </a:fld>
            <a:endParaRPr lang="it-IT" sz="2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uto con didascalia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Picture 7"/>
          <p:cNvPicPr/>
          <p:nvPr/>
        </p:nvPicPr>
        <p:blipFill>
          <a:blip r:embed="rId3"/>
          <a:srcRect l="3610"/>
          <a:stretch/>
        </p:blipFill>
        <p:spPr>
          <a:xfrm>
            <a:off x="0" y="2669760"/>
            <a:ext cx="4036680" cy="418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8" name="Picture 6"/>
          <p:cNvPicPr/>
          <p:nvPr/>
        </p:nvPicPr>
        <p:blipFill>
          <a:blip r:embed="rId4"/>
          <a:srcRect l="35647"/>
          <a:stretch/>
        </p:blipFill>
        <p:spPr>
          <a:xfrm>
            <a:off x="0" y="2892240"/>
            <a:ext cx="1522080" cy="236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9" name="Oval 15"/>
          <p:cNvSpPr/>
          <p:nvPr/>
        </p:nvSpPr>
        <p:spPr>
          <a:xfrm>
            <a:off x="860904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0" name="Picture 8"/>
          <p:cNvPicPr/>
          <p:nvPr/>
        </p:nvPicPr>
        <p:blipFill>
          <a:blip r:embed="rId5"/>
          <a:srcRect t="28812"/>
          <a:stretch/>
        </p:blipFill>
        <p:spPr>
          <a:xfrm>
            <a:off x="7999560" y="0"/>
            <a:ext cx="1603080" cy="114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1" name="Picture 9"/>
          <p:cNvPicPr/>
          <p:nvPr/>
        </p:nvPicPr>
        <p:blipFill>
          <a:blip r:embed="rId6"/>
          <a:srcRect b="23333"/>
          <a:stretch/>
        </p:blipFill>
        <p:spPr>
          <a:xfrm>
            <a:off x="8605800" y="6095880"/>
            <a:ext cx="993240" cy="76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2" name="Rectangle 13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1154880" y="1447920"/>
            <a:ext cx="3400560" cy="144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it-IT" sz="2400" b="0" u="none" strike="noStrike">
                <a:solidFill>
                  <a:schemeClr val="lt2"/>
                </a:solidFill>
                <a:effectLst/>
                <a:uFillTx/>
                <a:latin typeface="Century Gothic"/>
              </a:rPr>
              <a:t>Fare clic per modificare lo stile del titolo dello schema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4784760" y="1447920"/>
            <a:ext cx="5195520" cy="457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it-IT" sz="20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Fare clic per modificare gli stili del testo dello schema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it-IT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Secondo livello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it-IT" sz="16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Terzo livello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it-IT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Quarto livello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lang="it-IT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Quinto livello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body"/>
          </p:nvPr>
        </p:nvSpPr>
        <p:spPr>
          <a:xfrm>
            <a:off x="1154880" y="3129120"/>
            <a:ext cx="3400560" cy="2895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Fare clic per modificare gli stili del testo dello schema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 type="dt" idx="46"/>
          </p:nvPr>
        </p:nvSpPr>
        <p:spPr>
          <a:xfrm rot="5400000">
            <a:off x="10155600" y="1790640"/>
            <a:ext cx="990360" cy="30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rPr>
              <a:t>&lt;data/ora&gt;</a:t>
            </a:r>
            <a:endParaRPr lang="it-IT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PlaceHolder 5"/>
          <p:cNvSpPr>
            <a:spLocks noGrp="1"/>
          </p:cNvSpPr>
          <p:nvPr>
            <p:ph type="ftr" idx="47"/>
          </p:nvPr>
        </p:nvSpPr>
        <p:spPr>
          <a:xfrm rot="5400000">
            <a:off x="8951760" y="3225240"/>
            <a:ext cx="3859560" cy="30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>
              <a:buNone/>
              <a:defRPr lang="it-IT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it-IT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&lt;piè di pagina&gt;</a:t>
            </a:r>
          </a:p>
        </p:txBody>
      </p:sp>
      <p:sp>
        <p:nvSpPr>
          <p:cNvPr id="198" name="PlaceHolder 6"/>
          <p:cNvSpPr>
            <a:spLocks noGrp="1"/>
          </p:cNvSpPr>
          <p:nvPr>
            <p:ph type="sldNum" idx="48"/>
          </p:nvPr>
        </p:nvSpPr>
        <p:spPr>
          <a:xfrm>
            <a:off x="10352520" y="295560"/>
            <a:ext cx="837720" cy="76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8AE30FE7-5A89-458B-8B2A-8921F048B1CB}" type="slidenum">
              <a: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rPr>
              <a:t>‹N›</a:t>
            </a:fld>
            <a:endParaRPr lang="it-IT" sz="2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mmagine con didascalia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Picture 7"/>
          <p:cNvPicPr/>
          <p:nvPr/>
        </p:nvPicPr>
        <p:blipFill>
          <a:blip r:embed="rId3"/>
          <a:srcRect l="3610"/>
          <a:stretch/>
        </p:blipFill>
        <p:spPr>
          <a:xfrm>
            <a:off x="0" y="2669760"/>
            <a:ext cx="4036680" cy="418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0" name="Picture 6"/>
          <p:cNvPicPr/>
          <p:nvPr/>
        </p:nvPicPr>
        <p:blipFill>
          <a:blip r:embed="rId4"/>
          <a:srcRect l="35647"/>
          <a:stretch/>
        </p:blipFill>
        <p:spPr>
          <a:xfrm>
            <a:off x="0" y="2892240"/>
            <a:ext cx="1522080" cy="236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1" name="Oval 15"/>
          <p:cNvSpPr/>
          <p:nvPr/>
        </p:nvSpPr>
        <p:spPr>
          <a:xfrm>
            <a:off x="860904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2" name="Picture 8"/>
          <p:cNvPicPr/>
          <p:nvPr/>
        </p:nvPicPr>
        <p:blipFill>
          <a:blip r:embed="rId5"/>
          <a:srcRect t="28812"/>
          <a:stretch/>
        </p:blipFill>
        <p:spPr>
          <a:xfrm>
            <a:off x="7999560" y="0"/>
            <a:ext cx="1603080" cy="114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3" name="Picture 9"/>
          <p:cNvPicPr/>
          <p:nvPr/>
        </p:nvPicPr>
        <p:blipFill>
          <a:blip r:embed="rId6"/>
          <a:srcRect b="23333"/>
          <a:stretch/>
        </p:blipFill>
        <p:spPr>
          <a:xfrm>
            <a:off x="8605800" y="6095880"/>
            <a:ext cx="993240" cy="76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4" name="Rectangle 13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1153800" y="1854360"/>
            <a:ext cx="5092560" cy="1574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lnSpcReduction="9999"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it-IT" sz="3600" b="0" u="none" strike="noStrike">
                <a:solidFill>
                  <a:schemeClr val="lt2"/>
                </a:solidFill>
                <a:effectLst/>
                <a:uFillTx/>
                <a:latin typeface="Century Gothic"/>
              </a:rPr>
              <a:t>Fare clic per modificare lo stile del titolo dello schema</a:t>
            </a:r>
            <a:endParaRPr lang="en-US" sz="36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6949440" y="1143000"/>
            <a:ext cx="3200040" cy="4571640"/>
          </a:xfrm>
          <a:prstGeom prst="rect">
            <a:avLst/>
          </a:prstGeom>
          <a:noFill/>
          <a:ln w="0">
            <a:noFill/>
          </a:ln>
          <a:effectLst>
            <a:outerShdw blurRad="50760" dist="50760" dir="5400000" rotWithShape="0">
              <a:srgbClr val="000000">
                <a:alpha val="43000"/>
              </a:srgbClr>
            </a:outerShdw>
          </a:effectLst>
        </p:spPr>
        <p:txBody>
          <a:bodyPr lIns="90000" tIns="45000" rIns="90000" bIns="45000" anchor="t">
            <a:norm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6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Fare clic sull'icona per inserire un'immagine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body"/>
          </p:nvPr>
        </p:nvSpPr>
        <p:spPr>
          <a:xfrm>
            <a:off x="1154880" y="3657600"/>
            <a:ext cx="5084640" cy="1371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Fare clic per modificare gli stili del testo dello schema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208" name="PlaceHolder 4"/>
          <p:cNvSpPr>
            <a:spLocks noGrp="1"/>
          </p:cNvSpPr>
          <p:nvPr>
            <p:ph type="dt" idx="49"/>
          </p:nvPr>
        </p:nvSpPr>
        <p:spPr>
          <a:xfrm rot="5400000">
            <a:off x="10155600" y="1790640"/>
            <a:ext cx="990360" cy="30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rPr>
              <a:t>&lt;data/ora&gt;</a:t>
            </a:r>
            <a:endParaRPr lang="it-IT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PlaceHolder 5"/>
          <p:cNvSpPr>
            <a:spLocks noGrp="1"/>
          </p:cNvSpPr>
          <p:nvPr>
            <p:ph type="ftr" idx="50"/>
          </p:nvPr>
        </p:nvSpPr>
        <p:spPr>
          <a:xfrm rot="5400000">
            <a:off x="8951760" y="3225240"/>
            <a:ext cx="3859560" cy="30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>
              <a:buNone/>
              <a:defRPr lang="it-IT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it-IT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&lt;piè di pagina&gt;</a:t>
            </a:r>
          </a:p>
        </p:txBody>
      </p:sp>
      <p:sp>
        <p:nvSpPr>
          <p:cNvPr id="210" name="PlaceHolder 6"/>
          <p:cNvSpPr>
            <a:spLocks noGrp="1"/>
          </p:cNvSpPr>
          <p:nvPr>
            <p:ph type="sldNum" idx="51"/>
          </p:nvPr>
        </p:nvSpPr>
        <p:spPr>
          <a:xfrm>
            <a:off x="10352520" y="295560"/>
            <a:ext cx="837720" cy="76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26723B03-AF32-4E04-90F5-9A03C8BA2007}" type="slidenum">
              <a:rPr lang="en-US" sz="2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rPr>
              <a:t>‹N›</a:t>
            </a:fld>
            <a:endParaRPr lang="it-IT" sz="2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1076222" y="1815120"/>
            <a:ext cx="8156520" cy="289073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it-IT" sz="7200" dirty="0" err="1"/>
              <a:t>Spherical</a:t>
            </a:r>
            <a:br>
              <a:rPr lang="it-IT" sz="7200" dirty="0"/>
            </a:br>
            <a:r>
              <a:rPr lang="it-IT" sz="7200" dirty="0"/>
              <a:t>Video</a:t>
            </a:r>
            <a:br>
              <a:rPr lang="it-IT" sz="7200" dirty="0"/>
            </a:br>
            <a:r>
              <a:rPr lang="it-IT" sz="7200" dirty="0"/>
              <a:t>Player</a:t>
            </a:r>
            <a:endParaRPr lang="en-US" sz="7200" b="0" u="none" strike="noStrike" dirty="0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213" name="Rettangolo 3"/>
          <p:cNvSpPr/>
          <p:nvPr/>
        </p:nvSpPr>
        <p:spPr>
          <a:xfrm>
            <a:off x="0" y="6336360"/>
            <a:ext cx="12191760" cy="45360"/>
          </a:xfrm>
          <a:prstGeom prst="rect">
            <a:avLst/>
          </a:prstGeom>
          <a:solidFill>
            <a:srgbClr val="B01513"/>
          </a:solidFill>
          <a:ln cap="rnd">
            <a:solidFill>
              <a:srgbClr val="4D0908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it-IT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pic>
        <p:nvPicPr>
          <p:cNvPr id="214" name="Picture 2"/>
          <p:cNvPicPr/>
          <p:nvPr/>
        </p:nvPicPr>
        <p:blipFill>
          <a:blip r:embed="rId2"/>
          <a:stretch/>
        </p:blipFill>
        <p:spPr>
          <a:xfrm>
            <a:off x="10487520" y="475920"/>
            <a:ext cx="606960" cy="60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5" name="Sottotitolo 2"/>
          <p:cNvSpPr/>
          <p:nvPr/>
        </p:nvSpPr>
        <p:spPr>
          <a:xfrm>
            <a:off x="6195600" y="6356520"/>
            <a:ext cx="5793840" cy="47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r"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it-IT" sz="2000" b="0" u="none" strike="noStrike" cap="all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rPr>
              <a:t>27436A</a:t>
            </a:r>
            <a:endParaRPr lang="it-IT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Sottotitolo 2"/>
          <p:cNvSpPr/>
          <p:nvPr/>
        </p:nvSpPr>
        <p:spPr>
          <a:xfrm>
            <a:off x="202320" y="6350040"/>
            <a:ext cx="5843880" cy="47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it-IT" sz="2000" b="0" u="none" strike="noStrike" cap="all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rPr>
              <a:t>Stefano nava</a:t>
            </a:r>
            <a:endParaRPr lang="it-IT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Sottotitolo 2"/>
          <p:cNvSpPr/>
          <p:nvPr/>
        </p:nvSpPr>
        <p:spPr>
          <a:xfrm>
            <a:off x="3815279" y="6431400"/>
            <a:ext cx="4738785" cy="37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it-IT" sz="2000" b="0" u="none" strike="noStrike" cap="all" dirty="0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rPr>
              <a:t>Programmazione per la musica</a:t>
            </a:r>
            <a:endParaRPr lang="it-IT" sz="2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Rettangolo 3"/>
          <p:cNvSpPr/>
          <p:nvPr/>
        </p:nvSpPr>
        <p:spPr>
          <a:xfrm>
            <a:off x="0" y="6336360"/>
            <a:ext cx="12191760" cy="45360"/>
          </a:xfrm>
          <a:prstGeom prst="rect">
            <a:avLst/>
          </a:prstGeom>
          <a:solidFill>
            <a:srgbClr val="B01513"/>
          </a:solidFill>
          <a:ln cap="rnd">
            <a:solidFill>
              <a:srgbClr val="4D0908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it-IT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219" name="Sottotitolo 2"/>
          <p:cNvSpPr/>
          <p:nvPr/>
        </p:nvSpPr>
        <p:spPr>
          <a:xfrm>
            <a:off x="6195600" y="6356520"/>
            <a:ext cx="5793840" cy="47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r"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it-IT" sz="2000" b="0" u="none" strike="noStrike" cap="all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rPr>
              <a:t>27436A</a:t>
            </a:r>
            <a:endParaRPr lang="it-IT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Sottotitolo 2"/>
          <p:cNvSpPr/>
          <p:nvPr/>
        </p:nvSpPr>
        <p:spPr>
          <a:xfrm>
            <a:off x="202320" y="6350040"/>
            <a:ext cx="5843880" cy="47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it-IT" sz="2000" b="0" u="none" strike="noStrike" cap="all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rPr>
              <a:t>Stefano nava</a:t>
            </a:r>
            <a:endParaRPr lang="it-IT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1" name="Picture 2"/>
          <p:cNvPicPr/>
          <p:nvPr/>
        </p:nvPicPr>
        <p:blipFill>
          <a:blip r:embed="rId2"/>
          <a:stretch/>
        </p:blipFill>
        <p:spPr>
          <a:xfrm>
            <a:off x="10487520" y="475920"/>
            <a:ext cx="606960" cy="60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2" name="Titolo 1"/>
          <p:cNvSpPr/>
          <p:nvPr/>
        </p:nvSpPr>
        <p:spPr>
          <a:xfrm>
            <a:off x="494640" y="1487520"/>
            <a:ext cx="10920612" cy="471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457200">
              <a:lnSpc>
                <a:spcPct val="200000"/>
              </a:lnSpc>
              <a:buClr>
                <a:srgbClr val="EBEBEB"/>
              </a:buClr>
            </a:pPr>
            <a:r>
              <a:rPr lang="it-IT" sz="2000" b="0" u="none" strike="noStrike" dirty="0">
                <a:solidFill>
                  <a:srgbClr val="FFFFFF"/>
                </a:solidFill>
                <a:effectLst/>
                <a:uFillTx/>
                <a:latin typeface="Arial"/>
              </a:rPr>
              <a:t>Il progetto consiste in un player video immersivo a 360 gradi con audio spazializzato.</a:t>
            </a:r>
          </a:p>
          <a:p>
            <a:pPr defTabSz="457200">
              <a:lnSpc>
                <a:spcPct val="200000"/>
              </a:lnSpc>
              <a:buClr>
                <a:srgbClr val="EBEBEB"/>
              </a:buClr>
            </a:pPr>
            <a:r>
              <a:rPr lang="it-IT" sz="2000" b="0" u="none" strike="noStrike" dirty="0">
                <a:solidFill>
                  <a:srgbClr val="FFFFFF"/>
                </a:solidFill>
                <a:effectLst/>
                <a:uFillTx/>
                <a:latin typeface="Arial"/>
              </a:rPr>
              <a:t>Viene simulato un parco con alcuni suoni che possono essere presenti in un ambiente reale:</a:t>
            </a:r>
          </a:p>
          <a:p>
            <a:pPr marL="342900" indent="-342900" defTabSz="457200">
              <a:lnSpc>
                <a:spcPct val="200000"/>
              </a:lnSpc>
              <a:buClr>
                <a:srgbClr val="EBEBEB"/>
              </a:buClr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rgbClr val="FFFFFF"/>
                </a:solidFill>
                <a:latin typeface="Arial"/>
              </a:rPr>
              <a:t>anatre che starnazzano</a:t>
            </a:r>
          </a:p>
          <a:p>
            <a:pPr marL="342900" indent="-342900" defTabSz="457200">
              <a:lnSpc>
                <a:spcPct val="200000"/>
              </a:lnSpc>
              <a:buClr>
                <a:srgbClr val="EBEBEB"/>
              </a:buClr>
              <a:buFont typeface="Arial" panose="020B0604020202020204" pitchFamily="34" charset="0"/>
              <a:buChar char="•"/>
            </a:pPr>
            <a:r>
              <a:rPr lang="it-IT" sz="2000" b="0" u="none" strike="noStrike" dirty="0">
                <a:solidFill>
                  <a:srgbClr val="FFFFFF"/>
                </a:solidFill>
                <a:effectLst/>
                <a:uFillTx/>
                <a:latin typeface="Arial"/>
              </a:rPr>
              <a:t>acqua del </a:t>
            </a:r>
            <a:r>
              <a:rPr lang="it-IT" sz="2000" dirty="0">
                <a:solidFill>
                  <a:srgbClr val="FFFFFF"/>
                </a:solidFill>
                <a:latin typeface="Arial"/>
              </a:rPr>
              <a:t>fiume</a:t>
            </a:r>
          </a:p>
          <a:p>
            <a:pPr marL="342900" indent="-342900" defTabSz="457200">
              <a:lnSpc>
                <a:spcPct val="200000"/>
              </a:lnSpc>
              <a:buClr>
                <a:srgbClr val="EBEBEB"/>
              </a:buClr>
              <a:buFont typeface="Arial" panose="020B0604020202020204" pitchFamily="34" charset="0"/>
              <a:buChar char="•"/>
            </a:pPr>
            <a:r>
              <a:rPr lang="it-IT" sz="2000" b="0" u="none" strike="noStrike" dirty="0">
                <a:solidFill>
                  <a:srgbClr val="FFFFFF"/>
                </a:solidFill>
                <a:effectLst/>
                <a:uFillTx/>
                <a:latin typeface="Arial"/>
              </a:rPr>
              <a:t>rumore della strada in lontananza</a:t>
            </a:r>
          </a:p>
          <a:p>
            <a:pPr marL="342900" indent="-342900" defTabSz="457200">
              <a:lnSpc>
                <a:spcPct val="200000"/>
              </a:lnSpc>
              <a:buClr>
                <a:srgbClr val="EBEBEB"/>
              </a:buClr>
              <a:buFont typeface="Arial" panose="020B0604020202020204" pitchFamily="34" charset="0"/>
              <a:buChar char="•"/>
            </a:pPr>
            <a:r>
              <a:rPr lang="it-IT" sz="2000" b="0" u="none" strike="noStrike" dirty="0">
                <a:solidFill>
                  <a:srgbClr val="FFFFFF"/>
                </a:solidFill>
                <a:effectLst/>
                <a:uFillTx/>
                <a:latin typeface="Arial"/>
              </a:rPr>
              <a:t>passi su ghiaia (suono dinamico, uomo che si avvicina e poi si allontana)</a:t>
            </a:r>
          </a:p>
        </p:txBody>
      </p:sp>
      <p:sp>
        <p:nvSpPr>
          <p:cNvPr id="223" name="Sottotitolo 2"/>
          <p:cNvSpPr/>
          <p:nvPr/>
        </p:nvSpPr>
        <p:spPr>
          <a:xfrm>
            <a:off x="3815279" y="6431400"/>
            <a:ext cx="4689623" cy="37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it-IT" sz="2000" cap="all">
                <a:solidFill>
                  <a:schemeClr val="dk2">
                    <a:lumMod val="40000"/>
                    <a:lumOff val="60000"/>
                  </a:schemeClr>
                </a:solidFill>
              </a:rPr>
              <a:t>Programmazione per la musica</a:t>
            </a:r>
            <a:endParaRPr lang="it-IT" sz="20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PlaceHolder 1"/>
          <p:cNvSpPr>
            <a:spLocks noGrp="1"/>
          </p:cNvSpPr>
          <p:nvPr>
            <p:ph type="subTitle"/>
          </p:nvPr>
        </p:nvSpPr>
        <p:spPr>
          <a:xfrm>
            <a:off x="494640" y="326520"/>
            <a:ext cx="8825400" cy="86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it-IT" sz="3600" b="0" u="none" strike="noStrike" cap="all" dirty="0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rPr>
              <a:t>Introduzione</a:t>
            </a:r>
            <a:endParaRPr lang="it-IT" sz="3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71EC3-0C6A-838A-CA13-956229F2F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Rettangolo 3">
            <a:extLst>
              <a:ext uri="{FF2B5EF4-FFF2-40B4-BE49-F238E27FC236}">
                <a16:creationId xmlns:a16="http://schemas.microsoft.com/office/drawing/2014/main" id="{11BED185-0BC4-9777-97D7-58A0313597CA}"/>
              </a:ext>
            </a:extLst>
          </p:cNvPr>
          <p:cNvSpPr/>
          <p:nvPr/>
        </p:nvSpPr>
        <p:spPr>
          <a:xfrm>
            <a:off x="0" y="6336360"/>
            <a:ext cx="12191760" cy="45360"/>
          </a:xfrm>
          <a:prstGeom prst="rect">
            <a:avLst/>
          </a:prstGeom>
          <a:solidFill>
            <a:srgbClr val="B01513"/>
          </a:solidFill>
          <a:ln cap="rnd">
            <a:solidFill>
              <a:srgbClr val="4D0908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it-IT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219" name="Sottotitolo 2">
            <a:extLst>
              <a:ext uri="{FF2B5EF4-FFF2-40B4-BE49-F238E27FC236}">
                <a16:creationId xmlns:a16="http://schemas.microsoft.com/office/drawing/2014/main" id="{BF706A74-639B-15BD-1DB8-02F22913EDAF}"/>
              </a:ext>
            </a:extLst>
          </p:cNvPr>
          <p:cNvSpPr/>
          <p:nvPr/>
        </p:nvSpPr>
        <p:spPr>
          <a:xfrm>
            <a:off x="6195600" y="6356520"/>
            <a:ext cx="5793840" cy="47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r"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it-IT" sz="2000" b="0" u="none" strike="noStrike" cap="all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rPr>
              <a:t>27436A</a:t>
            </a:r>
            <a:endParaRPr lang="it-IT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Sottotitolo 2">
            <a:extLst>
              <a:ext uri="{FF2B5EF4-FFF2-40B4-BE49-F238E27FC236}">
                <a16:creationId xmlns:a16="http://schemas.microsoft.com/office/drawing/2014/main" id="{664AD636-0F7C-9D5A-F939-783D739CAE33}"/>
              </a:ext>
            </a:extLst>
          </p:cNvPr>
          <p:cNvSpPr/>
          <p:nvPr/>
        </p:nvSpPr>
        <p:spPr>
          <a:xfrm>
            <a:off x="202320" y="6350040"/>
            <a:ext cx="5843880" cy="47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it-IT" sz="2000" b="0" u="none" strike="noStrike" cap="all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rPr>
              <a:t>Stefano nava</a:t>
            </a:r>
            <a:endParaRPr lang="it-IT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1" name="Picture 2">
            <a:extLst>
              <a:ext uri="{FF2B5EF4-FFF2-40B4-BE49-F238E27FC236}">
                <a16:creationId xmlns:a16="http://schemas.microsoft.com/office/drawing/2014/main" id="{C0F792C4-FF96-BF68-F8A4-17F7E9E0F24D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0487520" y="475920"/>
            <a:ext cx="606960" cy="60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2" name="Titolo 1">
            <a:extLst>
              <a:ext uri="{FF2B5EF4-FFF2-40B4-BE49-F238E27FC236}">
                <a16:creationId xmlns:a16="http://schemas.microsoft.com/office/drawing/2014/main" id="{6FD8A27C-1651-D5F1-1848-ED7D6380ADC1}"/>
              </a:ext>
            </a:extLst>
          </p:cNvPr>
          <p:cNvSpPr/>
          <p:nvPr/>
        </p:nvSpPr>
        <p:spPr>
          <a:xfrm>
            <a:off x="494640" y="1458180"/>
            <a:ext cx="10920612" cy="471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457200">
              <a:lnSpc>
                <a:spcPct val="150000"/>
              </a:lnSpc>
              <a:buClr>
                <a:srgbClr val="EBEBEB"/>
              </a:buClr>
            </a:pPr>
            <a:r>
              <a:rPr lang="it-IT" sz="2000" dirty="0">
                <a:solidFill>
                  <a:srgbClr val="FFFFFF"/>
                </a:solidFill>
                <a:latin typeface="Arial"/>
              </a:rPr>
              <a:t>Si occupa della gestione della pulsantiera dei comandi e degli eventi ad essa collegati. </a:t>
            </a:r>
            <a:br>
              <a:rPr lang="it-IT" sz="2000" dirty="0">
                <a:solidFill>
                  <a:srgbClr val="FFFFFF"/>
                </a:solidFill>
                <a:latin typeface="Arial"/>
              </a:rPr>
            </a:br>
            <a:r>
              <a:rPr lang="it-IT" sz="2000" dirty="0">
                <a:solidFill>
                  <a:srgbClr val="FFFFFF"/>
                </a:solidFill>
                <a:latin typeface="Arial"/>
              </a:rPr>
              <a:t>Funzionalità:</a:t>
            </a:r>
          </a:p>
          <a:p>
            <a:pPr marL="342900" indent="-342900" defTabSz="457200">
              <a:lnSpc>
                <a:spcPct val="150000"/>
              </a:lnSpc>
              <a:buClr>
                <a:srgbClr val="EBEBEB"/>
              </a:buClr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rgbClr val="FFFFFF"/>
                </a:solidFill>
                <a:latin typeface="Arial"/>
              </a:rPr>
              <a:t>start, pausa (bottone o barra spaziatrice), stop</a:t>
            </a:r>
          </a:p>
          <a:p>
            <a:pPr marL="342900" indent="-342900" defTabSz="457200">
              <a:lnSpc>
                <a:spcPct val="150000"/>
              </a:lnSpc>
              <a:buClr>
                <a:srgbClr val="EBEBEB"/>
              </a:buClr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rgbClr val="FFFFFF"/>
                </a:solidFill>
                <a:latin typeface="Arial"/>
              </a:rPr>
              <a:t>volume (si può mutare/</a:t>
            </a:r>
            <a:r>
              <a:rPr lang="it-IT" sz="2000" dirty="0" err="1">
                <a:solidFill>
                  <a:srgbClr val="FFFFFF"/>
                </a:solidFill>
                <a:latin typeface="Arial"/>
              </a:rPr>
              <a:t>smutare</a:t>
            </a:r>
            <a:r>
              <a:rPr lang="it-IT" sz="2000" dirty="0">
                <a:solidFill>
                  <a:srgbClr val="FFFFFF"/>
                </a:solidFill>
                <a:latin typeface="Arial"/>
              </a:rPr>
              <a:t> l’audio anche premendo «m»)</a:t>
            </a:r>
          </a:p>
          <a:p>
            <a:pPr marL="342900" indent="-342900" defTabSz="457200">
              <a:lnSpc>
                <a:spcPct val="150000"/>
              </a:lnSpc>
              <a:buClr>
                <a:srgbClr val="EBEBEB"/>
              </a:buClr>
              <a:buFont typeface="Arial" panose="020B0604020202020204" pitchFamily="34" charset="0"/>
              <a:buChar char="•"/>
            </a:pPr>
            <a:r>
              <a:rPr lang="it-IT" sz="2000" dirty="0" err="1">
                <a:solidFill>
                  <a:srgbClr val="FFFFFF"/>
                </a:solidFill>
                <a:latin typeface="Arial"/>
              </a:rPr>
              <a:t>fullscreen</a:t>
            </a:r>
            <a:endParaRPr lang="it-IT" sz="2000" dirty="0">
              <a:solidFill>
                <a:srgbClr val="FFFFFF"/>
              </a:solidFill>
              <a:latin typeface="Arial"/>
            </a:endParaRPr>
          </a:p>
          <a:p>
            <a:pPr marL="342900" indent="-342900" defTabSz="457200">
              <a:lnSpc>
                <a:spcPct val="150000"/>
              </a:lnSpc>
              <a:buClr>
                <a:srgbClr val="EBEBEB"/>
              </a:buClr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rgbClr val="FFFFFF"/>
                </a:solidFill>
                <a:latin typeface="Arial"/>
              </a:rPr>
              <a:t>zoom (con rotella del mouse)</a:t>
            </a:r>
          </a:p>
          <a:p>
            <a:pPr marL="342900" indent="-342900" defTabSz="457200">
              <a:lnSpc>
                <a:spcPct val="150000"/>
              </a:lnSpc>
              <a:buClr>
                <a:srgbClr val="EBEBEB"/>
              </a:buClr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rgbClr val="FFFFFF"/>
                </a:solidFill>
                <a:latin typeface="Arial"/>
              </a:rPr>
              <a:t>rotazione (con trascinamento su schermo)</a:t>
            </a:r>
          </a:p>
          <a:p>
            <a:pPr marL="342900" indent="-342900" defTabSz="457200">
              <a:lnSpc>
                <a:spcPct val="150000"/>
              </a:lnSpc>
              <a:buClr>
                <a:srgbClr val="EBEBEB"/>
              </a:buClr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rgbClr val="FFFFFF"/>
                </a:solidFill>
                <a:latin typeface="Arial"/>
              </a:rPr>
              <a:t>barra di progresso audio e video. E’ possibile visualizzarne il tempo tenendo il mouse su un certo punto della barra e spostarvisi cliccandoci sopra.</a:t>
            </a:r>
          </a:p>
        </p:txBody>
      </p:sp>
      <p:sp>
        <p:nvSpPr>
          <p:cNvPr id="223" name="Sottotitolo 2">
            <a:extLst>
              <a:ext uri="{FF2B5EF4-FFF2-40B4-BE49-F238E27FC236}">
                <a16:creationId xmlns:a16="http://schemas.microsoft.com/office/drawing/2014/main" id="{C00E6598-B9E0-5792-4807-072DA363B141}"/>
              </a:ext>
            </a:extLst>
          </p:cNvPr>
          <p:cNvSpPr/>
          <p:nvPr/>
        </p:nvSpPr>
        <p:spPr>
          <a:xfrm>
            <a:off x="3815279" y="6431400"/>
            <a:ext cx="4689623" cy="37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it-IT" sz="2000" cap="all">
                <a:solidFill>
                  <a:schemeClr val="dk2">
                    <a:lumMod val="40000"/>
                    <a:lumOff val="60000"/>
                  </a:schemeClr>
                </a:solidFill>
              </a:rPr>
              <a:t>Programmazione per la musica</a:t>
            </a:r>
            <a:endParaRPr lang="it-IT" sz="20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PlaceHolder 1">
            <a:extLst>
              <a:ext uri="{FF2B5EF4-FFF2-40B4-BE49-F238E27FC236}">
                <a16:creationId xmlns:a16="http://schemas.microsoft.com/office/drawing/2014/main" id="{7512C13C-9C50-AB9D-1426-B31041110B25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94640" y="326520"/>
            <a:ext cx="8825400" cy="86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/>
          </a:bodyPr>
          <a:lstStyle/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it-IT" sz="3600" cap="all" dirty="0">
                <a:solidFill>
                  <a:schemeClr val="dk2">
                    <a:lumMod val="40000"/>
                    <a:lumOff val="60000"/>
                  </a:schemeClr>
                </a:solidFill>
                <a:latin typeface="Century Gothic"/>
              </a:rPr>
              <a:t>Componente - </a:t>
            </a:r>
            <a:r>
              <a:rPr lang="it-IT" sz="3600" cap="all" dirty="0" err="1">
                <a:solidFill>
                  <a:schemeClr val="dk2">
                    <a:lumMod val="40000"/>
                    <a:lumOff val="60000"/>
                  </a:schemeClr>
                </a:solidFill>
                <a:latin typeface="Century Gothic"/>
              </a:rPr>
              <a:t>initplayercommands</a:t>
            </a:r>
            <a:endParaRPr lang="it-IT" sz="3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20133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D7B16-9BBF-9E06-BD89-DE5CC5982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Rettangolo 3">
            <a:extLst>
              <a:ext uri="{FF2B5EF4-FFF2-40B4-BE49-F238E27FC236}">
                <a16:creationId xmlns:a16="http://schemas.microsoft.com/office/drawing/2014/main" id="{B7D5F394-A47C-3FEC-B183-3EA6056BF62B}"/>
              </a:ext>
            </a:extLst>
          </p:cNvPr>
          <p:cNvSpPr/>
          <p:nvPr/>
        </p:nvSpPr>
        <p:spPr>
          <a:xfrm>
            <a:off x="0" y="6336360"/>
            <a:ext cx="12191760" cy="45360"/>
          </a:xfrm>
          <a:prstGeom prst="rect">
            <a:avLst/>
          </a:prstGeom>
          <a:solidFill>
            <a:srgbClr val="B01513"/>
          </a:solidFill>
          <a:ln cap="rnd">
            <a:solidFill>
              <a:srgbClr val="4D0908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it-IT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219" name="Sottotitolo 2">
            <a:extLst>
              <a:ext uri="{FF2B5EF4-FFF2-40B4-BE49-F238E27FC236}">
                <a16:creationId xmlns:a16="http://schemas.microsoft.com/office/drawing/2014/main" id="{D4FC86A3-E9AC-6673-8925-8FD4BC559A11}"/>
              </a:ext>
            </a:extLst>
          </p:cNvPr>
          <p:cNvSpPr/>
          <p:nvPr/>
        </p:nvSpPr>
        <p:spPr>
          <a:xfrm>
            <a:off x="6195600" y="6356520"/>
            <a:ext cx="5793840" cy="47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r"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it-IT" sz="2000" b="0" u="none" strike="noStrike" cap="all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rPr>
              <a:t>27436A</a:t>
            </a:r>
            <a:endParaRPr lang="it-IT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Sottotitolo 2">
            <a:extLst>
              <a:ext uri="{FF2B5EF4-FFF2-40B4-BE49-F238E27FC236}">
                <a16:creationId xmlns:a16="http://schemas.microsoft.com/office/drawing/2014/main" id="{876BA5BD-731A-D194-40C3-364D21748928}"/>
              </a:ext>
            </a:extLst>
          </p:cNvPr>
          <p:cNvSpPr/>
          <p:nvPr/>
        </p:nvSpPr>
        <p:spPr>
          <a:xfrm>
            <a:off x="202320" y="6350040"/>
            <a:ext cx="5843880" cy="47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it-IT" sz="2000" b="0" u="none" strike="noStrike" cap="all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rPr>
              <a:t>Stefano nava</a:t>
            </a:r>
            <a:endParaRPr lang="it-IT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1" name="Picture 2">
            <a:extLst>
              <a:ext uri="{FF2B5EF4-FFF2-40B4-BE49-F238E27FC236}">
                <a16:creationId xmlns:a16="http://schemas.microsoft.com/office/drawing/2014/main" id="{0DF12035-388F-D29B-CB0C-8F381D9730C6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0487520" y="475920"/>
            <a:ext cx="606960" cy="60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2" name="Titolo 1">
            <a:extLst>
              <a:ext uri="{FF2B5EF4-FFF2-40B4-BE49-F238E27FC236}">
                <a16:creationId xmlns:a16="http://schemas.microsoft.com/office/drawing/2014/main" id="{3CB40B59-E28E-2A2C-0FCB-15AE03F71EE0}"/>
              </a:ext>
            </a:extLst>
          </p:cNvPr>
          <p:cNvSpPr/>
          <p:nvPr/>
        </p:nvSpPr>
        <p:spPr>
          <a:xfrm>
            <a:off x="494640" y="1458180"/>
            <a:ext cx="10920612" cy="471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457200">
              <a:lnSpc>
                <a:spcPct val="150000"/>
              </a:lnSpc>
              <a:buClr>
                <a:srgbClr val="EBEBEB"/>
              </a:buClr>
            </a:pPr>
            <a:r>
              <a:rPr lang="it-IT" sz="2000" dirty="0">
                <a:solidFill>
                  <a:srgbClr val="FFFFFF"/>
                </a:solidFill>
                <a:latin typeface="Arial"/>
              </a:rPr>
              <a:t>Classe che gestisce l’audio. Componenti:</a:t>
            </a:r>
          </a:p>
          <a:p>
            <a:pPr marL="342900" indent="-342900" defTabSz="457200">
              <a:lnSpc>
                <a:spcPct val="150000"/>
              </a:lnSpc>
              <a:buClr>
                <a:srgbClr val="EBEBEB"/>
              </a:buClr>
              <a:buFont typeface="Arial" panose="020B0604020202020204" pitchFamily="34" charset="0"/>
              <a:buChar char="•"/>
            </a:pPr>
            <a:r>
              <a:rPr lang="it-IT" sz="2000" b="1" dirty="0" err="1">
                <a:solidFill>
                  <a:srgbClr val="FFFFFF"/>
                </a:solidFill>
                <a:latin typeface="Arial"/>
              </a:rPr>
              <a:t>audioCtx</a:t>
            </a:r>
            <a:r>
              <a:rPr lang="it-IT" sz="2000" dirty="0">
                <a:solidFill>
                  <a:srgbClr val="FFFFFF"/>
                </a:solidFill>
                <a:latin typeface="Arial"/>
              </a:rPr>
              <a:t>: </a:t>
            </a:r>
            <a:r>
              <a:rPr lang="it-IT" sz="2000" dirty="0" err="1">
                <a:solidFill>
                  <a:srgbClr val="FFFFFF"/>
                </a:solidFill>
                <a:latin typeface="Arial"/>
              </a:rPr>
              <a:t>AudioContext</a:t>
            </a:r>
            <a:r>
              <a:rPr lang="it-IT" sz="2000" dirty="0">
                <a:solidFill>
                  <a:srgbClr val="FFFFFF"/>
                </a:solidFill>
                <a:latin typeface="Arial"/>
              </a:rPr>
              <a:t> della Web Audio API passato all’inizializzazione</a:t>
            </a:r>
          </a:p>
          <a:p>
            <a:pPr marL="342900" indent="-342900" defTabSz="457200">
              <a:lnSpc>
                <a:spcPct val="150000"/>
              </a:lnSpc>
              <a:buClr>
                <a:srgbClr val="EBEBEB"/>
              </a:buClr>
              <a:buFont typeface="Arial" panose="020B0604020202020204" pitchFamily="34" charset="0"/>
              <a:buChar char="•"/>
            </a:pPr>
            <a:r>
              <a:rPr lang="it-IT" sz="2000" b="1" dirty="0" err="1">
                <a:solidFill>
                  <a:srgbClr val="FFFFFF"/>
                </a:solidFill>
                <a:latin typeface="Arial"/>
              </a:rPr>
              <a:t>videoElement</a:t>
            </a:r>
            <a:r>
              <a:rPr lang="it-IT" sz="2000" dirty="0">
                <a:solidFill>
                  <a:srgbClr val="FFFFFF"/>
                </a:solidFill>
                <a:latin typeface="Arial"/>
              </a:rPr>
              <a:t>: elemento video a 360°, passato all’inizializzazione</a:t>
            </a:r>
          </a:p>
          <a:p>
            <a:pPr marL="342900" indent="-342900" defTabSz="457200">
              <a:lnSpc>
                <a:spcPct val="150000"/>
              </a:lnSpc>
              <a:buClr>
                <a:srgbClr val="EBEBEB"/>
              </a:buClr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rgbClr val="FFFFFF"/>
                </a:solidFill>
                <a:latin typeface="Arial"/>
              </a:rPr>
              <a:t>sorgenti audio, ognuna definita da </a:t>
            </a:r>
            <a:r>
              <a:rPr lang="it-IT" sz="2000" b="1" dirty="0" err="1">
                <a:solidFill>
                  <a:srgbClr val="FFFFFF"/>
                </a:solidFill>
                <a:latin typeface="Arial"/>
              </a:rPr>
              <a:t>audioFilePath</a:t>
            </a:r>
            <a:r>
              <a:rPr lang="it-IT" sz="2000" dirty="0">
                <a:solidFill>
                  <a:srgbClr val="FFFFFF"/>
                </a:solidFill>
                <a:latin typeface="Arial"/>
              </a:rPr>
              <a:t> (clip audio) e </a:t>
            </a:r>
            <a:r>
              <a:rPr lang="it-IT" sz="2000" b="1" dirty="0">
                <a:solidFill>
                  <a:srgbClr val="FFFFFF"/>
                </a:solidFill>
                <a:latin typeface="Arial"/>
              </a:rPr>
              <a:t>options</a:t>
            </a:r>
            <a:r>
              <a:rPr lang="it-IT" sz="2000" dirty="0">
                <a:solidFill>
                  <a:srgbClr val="FFFFFF"/>
                </a:solidFill>
                <a:latin typeface="Arial"/>
              </a:rPr>
              <a:t>, che comprende:</a:t>
            </a:r>
          </a:p>
          <a:p>
            <a:pPr marL="800100" lvl="1" indent="-342900" defTabSz="457200">
              <a:lnSpc>
                <a:spcPct val="150000"/>
              </a:lnSpc>
              <a:buClr>
                <a:srgbClr val="EBEBEB"/>
              </a:buClr>
              <a:buFont typeface="Arial" panose="020B0604020202020204" pitchFamily="34" charset="0"/>
              <a:buChar char="•"/>
            </a:pPr>
            <a:r>
              <a:rPr lang="it-IT" sz="2000" b="1" dirty="0" err="1">
                <a:solidFill>
                  <a:srgbClr val="FFFFFF"/>
                </a:solidFill>
                <a:latin typeface="Arial"/>
              </a:rPr>
              <a:t>rotations</a:t>
            </a:r>
            <a:r>
              <a:rPr lang="it-IT" sz="2000" dirty="0">
                <a:solidFill>
                  <a:srgbClr val="FFFFFF"/>
                </a:solidFill>
                <a:latin typeface="Arial"/>
              </a:rPr>
              <a:t>: angolo di partenza ed arrivo del suono in movimento</a:t>
            </a:r>
          </a:p>
          <a:p>
            <a:pPr marL="800100" lvl="1" indent="-342900" defTabSz="457200">
              <a:lnSpc>
                <a:spcPct val="150000"/>
              </a:lnSpc>
              <a:buClr>
                <a:srgbClr val="EBEBEB"/>
              </a:buClr>
              <a:buFont typeface="Arial" panose="020B0604020202020204" pitchFamily="34" charset="0"/>
              <a:buChar char="•"/>
            </a:pPr>
            <a:r>
              <a:rPr lang="it-IT" sz="2000" b="1" dirty="0" err="1">
                <a:solidFill>
                  <a:srgbClr val="FFFFFF"/>
                </a:solidFill>
                <a:latin typeface="Arial"/>
              </a:rPr>
              <a:t>volumes</a:t>
            </a:r>
            <a:r>
              <a:rPr lang="it-IT" sz="2000" dirty="0">
                <a:solidFill>
                  <a:srgbClr val="FFFFFF"/>
                </a:solidFill>
                <a:latin typeface="Arial"/>
              </a:rPr>
              <a:t>: volume di partenza e di arrivo</a:t>
            </a:r>
          </a:p>
          <a:p>
            <a:pPr marL="800100" lvl="1" indent="-342900" defTabSz="457200">
              <a:lnSpc>
                <a:spcPct val="150000"/>
              </a:lnSpc>
              <a:buClr>
                <a:srgbClr val="EBEBEB"/>
              </a:buClr>
              <a:buFont typeface="Arial" panose="020B0604020202020204" pitchFamily="34" charset="0"/>
              <a:buChar char="•"/>
            </a:pPr>
            <a:r>
              <a:rPr lang="it-IT" sz="2000" b="1" dirty="0">
                <a:solidFill>
                  <a:srgbClr val="FFFFFF"/>
                </a:solidFill>
                <a:latin typeface="Arial"/>
              </a:rPr>
              <a:t>timing</a:t>
            </a:r>
            <a:r>
              <a:rPr lang="it-IT" sz="2000" dirty="0">
                <a:solidFill>
                  <a:srgbClr val="FFFFFF"/>
                </a:solidFill>
                <a:latin typeface="Arial"/>
              </a:rPr>
              <a:t>: tempo d’inizio e di fine della clip audio</a:t>
            </a:r>
          </a:p>
          <a:p>
            <a:pPr lvl="1" defTabSz="457200">
              <a:lnSpc>
                <a:spcPct val="150000"/>
              </a:lnSpc>
              <a:buClr>
                <a:srgbClr val="EBEBEB"/>
              </a:buClr>
            </a:pPr>
            <a:r>
              <a:rPr lang="it-IT" sz="2000" dirty="0">
                <a:solidFill>
                  <a:srgbClr val="FFFFFF"/>
                </a:solidFill>
                <a:latin typeface="Arial"/>
              </a:rPr>
              <a:t>Questi attributi hanno parametri </a:t>
            </a:r>
            <a:r>
              <a:rPr lang="it-IT" sz="2000" b="1" dirty="0" err="1">
                <a:solidFill>
                  <a:srgbClr val="FFFFFF"/>
                </a:solidFill>
                <a:latin typeface="Arial"/>
              </a:rPr>
              <a:t>starting</a:t>
            </a:r>
            <a:r>
              <a:rPr lang="it-IT" sz="2000" dirty="0">
                <a:solidFill>
                  <a:srgbClr val="FFFFFF"/>
                </a:solidFill>
                <a:latin typeface="Arial"/>
              </a:rPr>
              <a:t> ed </a:t>
            </a:r>
            <a:r>
              <a:rPr lang="it-IT" sz="2000" b="1" dirty="0" err="1">
                <a:solidFill>
                  <a:srgbClr val="FFFFFF"/>
                </a:solidFill>
                <a:latin typeface="Arial"/>
              </a:rPr>
              <a:t>ending</a:t>
            </a:r>
            <a:r>
              <a:rPr lang="it-IT" sz="2000" dirty="0">
                <a:solidFill>
                  <a:srgbClr val="FFFFFF"/>
                </a:solidFill>
                <a:latin typeface="Arial"/>
              </a:rPr>
              <a:t>, che ne specificano il comportamento.</a:t>
            </a:r>
          </a:p>
          <a:p>
            <a:pPr marL="342900" indent="-342900" defTabSz="457200">
              <a:lnSpc>
                <a:spcPct val="150000"/>
              </a:lnSpc>
              <a:buClr>
                <a:srgbClr val="EBEBEB"/>
              </a:buClr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rgbClr val="FFFFFF"/>
                </a:solidFill>
                <a:latin typeface="Arial"/>
              </a:rPr>
              <a:t>gain </a:t>
            </a:r>
            <a:r>
              <a:rPr lang="it-IT" sz="2000" dirty="0" err="1">
                <a:solidFill>
                  <a:srgbClr val="FFFFFF"/>
                </a:solidFill>
                <a:latin typeface="Arial"/>
              </a:rPr>
              <a:t>node</a:t>
            </a:r>
            <a:r>
              <a:rPr lang="it-IT" sz="2000" dirty="0">
                <a:solidFill>
                  <a:srgbClr val="FFFFFF"/>
                </a:solidFill>
                <a:latin typeface="Arial"/>
              </a:rPr>
              <a:t> </a:t>
            </a:r>
            <a:r>
              <a:rPr lang="it-IT" sz="2000" b="1" dirty="0">
                <a:solidFill>
                  <a:srgbClr val="FFFFFF"/>
                </a:solidFill>
                <a:latin typeface="Arial"/>
              </a:rPr>
              <a:t>master</a:t>
            </a:r>
            <a:r>
              <a:rPr lang="it-IT" sz="2000" dirty="0">
                <a:solidFill>
                  <a:srgbClr val="FFFFFF"/>
                </a:solidFill>
                <a:latin typeface="Arial"/>
              </a:rPr>
              <a:t> per gestire il volume generale (ogni sorgente ha comunque il proprio)</a:t>
            </a:r>
          </a:p>
        </p:txBody>
      </p:sp>
      <p:sp>
        <p:nvSpPr>
          <p:cNvPr id="223" name="Sottotitolo 2">
            <a:extLst>
              <a:ext uri="{FF2B5EF4-FFF2-40B4-BE49-F238E27FC236}">
                <a16:creationId xmlns:a16="http://schemas.microsoft.com/office/drawing/2014/main" id="{828E63FE-7DA8-8D0C-A38D-1C129CEEEFC5}"/>
              </a:ext>
            </a:extLst>
          </p:cNvPr>
          <p:cNvSpPr/>
          <p:nvPr/>
        </p:nvSpPr>
        <p:spPr>
          <a:xfrm>
            <a:off x="3815279" y="6431400"/>
            <a:ext cx="4689623" cy="37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it-IT" sz="2000" cap="all">
                <a:solidFill>
                  <a:schemeClr val="dk2">
                    <a:lumMod val="40000"/>
                    <a:lumOff val="60000"/>
                  </a:schemeClr>
                </a:solidFill>
              </a:rPr>
              <a:t>Programmazione per la musica</a:t>
            </a:r>
            <a:endParaRPr lang="it-IT" sz="20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PlaceHolder 1">
            <a:extLst>
              <a:ext uri="{FF2B5EF4-FFF2-40B4-BE49-F238E27FC236}">
                <a16:creationId xmlns:a16="http://schemas.microsoft.com/office/drawing/2014/main" id="{26B92264-C5AE-CFA9-9C7D-5CA28D0B08A4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94640" y="326520"/>
            <a:ext cx="8825400" cy="86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/>
          </a:bodyPr>
          <a:lstStyle/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it-IT" sz="3600" cap="all" dirty="0">
                <a:solidFill>
                  <a:schemeClr val="dk2">
                    <a:lumMod val="40000"/>
                    <a:lumOff val="60000"/>
                  </a:schemeClr>
                </a:solidFill>
                <a:latin typeface="Century Gothic"/>
              </a:rPr>
              <a:t>Componente - </a:t>
            </a:r>
            <a:r>
              <a:rPr lang="it-IT" sz="3600" cap="all" dirty="0" err="1">
                <a:solidFill>
                  <a:schemeClr val="dk2">
                    <a:lumMod val="40000"/>
                    <a:lumOff val="60000"/>
                  </a:schemeClr>
                </a:solidFill>
                <a:latin typeface="Century Gothic"/>
              </a:rPr>
              <a:t>spatialaudiomanager</a:t>
            </a:r>
            <a:endParaRPr lang="it-IT" sz="3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28533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FBE1E-7290-13A4-45F2-B7C778CC7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Rettangolo 3">
            <a:extLst>
              <a:ext uri="{FF2B5EF4-FFF2-40B4-BE49-F238E27FC236}">
                <a16:creationId xmlns:a16="http://schemas.microsoft.com/office/drawing/2014/main" id="{CB31F517-B440-6805-9AFD-A70F54326A84}"/>
              </a:ext>
            </a:extLst>
          </p:cNvPr>
          <p:cNvSpPr/>
          <p:nvPr/>
        </p:nvSpPr>
        <p:spPr>
          <a:xfrm>
            <a:off x="0" y="6336360"/>
            <a:ext cx="12191760" cy="45360"/>
          </a:xfrm>
          <a:prstGeom prst="rect">
            <a:avLst/>
          </a:prstGeom>
          <a:solidFill>
            <a:srgbClr val="B01513"/>
          </a:solidFill>
          <a:ln cap="rnd">
            <a:solidFill>
              <a:srgbClr val="4D0908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it-IT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219" name="Sottotitolo 2">
            <a:extLst>
              <a:ext uri="{FF2B5EF4-FFF2-40B4-BE49-F238E27FC236}">
                <a16:creationId xmlns:a16="http://schemas.microsoft.com/office/drawing/2014/main" id="{152AC9A7-E8A6-2EDC-A2C6-2C36D99CCC45}"/>
              </a:ext>
            </a:extLst>
          </p:cNvPr>
          <p:cNvSpPr/>
          <p:nvPr/>
        </p:nvSpPr>
        <p:spPr>
          <a:xfrm>
            <a:off x="6195600" y="6356520"/>
            <a:ext cx="5793840" cy="47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r"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it-IT" sz="2000" b="0" u="none" strike="noStrike" cap="all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rPr>
              <a:t>27436A</a:t>
            </a:r>
            <a:endParaRPr lang="it-IT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Sottotitolo 2">
            <a:extLst>
              <a:ext uri="{FF2B5EF4-FFF2-40B4-BE49-F238E27FC236}">
                <a16:creationId xmlns:a16="http://schemas.microsoft.com/office/drawing/2014/main" id="{1D7D803A-4F5E-8BE2-78DA-DD115CBDB0E9}"/>
              </a:ext>
            </a:extLst>
          </p:cNvPr>
          <p:cNvSpPr/>
          <p:nvPr/>
        </p:nvSpPr>
        <p:spPr>
          <a:xfrm>
            <a:off x="202320" y="6350040"/>
            <a:ext cx="5843880" cy="47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it-IT" sz="2000" b="0" u="none" strike="noStrike" cap="all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rPr>
              <a:t>Stefano nava</a:t>
            </a:r>
            <a:endParaRPr lang="it-IT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1" name="Picture 2">
            <a:extLst>
              <a:ext uri="{FF2B5EF4-FFF2-40B4-BE49-F238E27FC236}">
                <a16:creationId xmlns:a16="http://schemas.microsoft.com/office/drawing/2014/main" id="{5A804B16-EC05-CD1D-59E1-A3332154C8E6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0487520" y="475920"/>
            <a:ext cx="606960" cy="60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2" name="Titolo 1">
            <a:extLst>
              <a:ext uri="{FF2B5EF4-FFF2-40B4-BE49-F238E27FC236}">
                <a16:creationId xmlns:a16="http://schemas.microsoft.com/office/drawing/2014/main" id="{1B1D2199-16EF-0F90-D839-9633B4A1BA18}"/>
              </a:ext>
            </a:extLst>
          </p:cNvPr>
          <p:cNvSpPr/>
          <p:nvPr/>
        </p:nvSpPr>
        <p:spPr>
          <a:xfrm>
            <a:off x="494640" y="1458180"/>
            <a:ext cx="10920612" cy="471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457200">
              <a:lnSpc>
                <a:spcPct val="200000"/>
              </a:lnSpc>
              <a:buClr>
                <a:srgbClr val="EBEBEB"/>
              </a:buClr>
            </a:pPr>
            <a:r>
              <a:rPr lang="it-IT" sz="2000" dirty="0">
                <a:solidFill>
                  <a:srgbClr val="FFFFFF"/>
                </a:solidFill>
                <a:latin typeface="Arial"/>
              </a:rPr>
              <a:t>File JS principale.</a:t>
            </a:r>
          </a:p>
          <a:p>
            <a:pPr defTabSz="457200">
              <a:lnSpc>
                <a:spcPct val="200000"/>
              </a:lnSpc>
              <a:buClr>
                <a:srgbClr val="EBEBEB"/>
              </a:buClr>
            </a:pPr>
            <a:r>
              <a:rPr lang="it-IT" sz="2000" dirty="0">
                <a:solidFill>
                  <a:srgbClr val="FFFFFF"/>
                </a:solidFill>
                <a:latin typeface="Arial"/>
              </a:rPr>
              <a:t>Si occupa di inizializzare tutto l’ambiente (video, camera, elementi audio).</a:t>
            </a:r>
          </a:p>
          <a:p>
            <a:pPr marL="342900" indent="-342900" defTabSz="457200">
              <a:lnSpc>
                <a:spcPct val="200000"/>
              </a:lnSpc>
              <a:buClr>
                <a:srgbClr val="EBEBEB"/>
              </a:buClr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rgbClr val="FFFFFF"/>
                </a:solidFill>
                <a:latin typeface="Arial"/>
              </a:rPr>
              <a:t>istanzia un oggetto </a:t>
            </a:r>
            <a:r>
              <a:rPr lang="it-IT" sz="2000" dirty="0" err="1">
                <a:solidFill>
                  <a:srgbClr val="FFFFFF"/>
                </a:solidFill>
                <a:latin typeface="Arial"/>
              </a:rPr>
              <a:t>SpatialAudioManager</a:t>
            </a:r>
            <a:endParaRPr lang="it-IT" sz="2000" dirty="0">
              <a:solidFill>
                <a:srgbClr val="FFFFFF"/>
              </a:solidFill>
              <a:latin typeface="Arial"/>
            </a:endParaRPr>
          </a:p>
          <a:p>
            <a:pPr marL="342900" indent="-342900" defTabSz="457200">
              <a:lnSpc>
                <a:spcPct val="200000"/>
              </a:lnSpc>
              <a:buClr>
                <a:srgbClr val="EBEBEB"/>
              </a:buClr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rgbClr val="FFFFFF"/>
                </a:solidFill>
                <a:latin typeface="Arial"/>
              </a:rPr>
              <a:t>aggiunge le sorgenti audio presenti fin dall’inizio</a:t>
            </a:r>
          </a:p>
          <a:p>
            <a:pPr marL="342900" indent="-342900" defTabSz="457200">
              <a:lnSpc>
                <a:spcPct val="200000"/>
              </a:lnSpc>
              <a:buClr>
                <a:srgbClr val="EBEBEB"/>
              </a:buClr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rgbClr val="FFFFFF"/>
                </a:solidFill>
                <a:latin typeface="Arial"/>
              </a:rPr>
              <a:t>gestisce l’orientamento del suono in base alla rotazione della camera</a:t>
            </a:r>
          </a:p>
          <a:p>
            <a:pPr marL="342900" indent="-342900" defTabSz="457200">
              <a:lnSpc>
                <a:spcPct val="200000"/>
              </a:lnSpc>
              <a:buClr>
                <a:srgbClr val="EBEBEB"/>
              </a:buClr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rgbClr val="FFFFFF"/>
                </a:solidFill>
                <a:latin typeface="Arial"/>
              </a:rPr>
              <a:t>gestisce sincronizzazione del video e delle clip audio</a:t>
            </a:r>
          </a:p>
        </p:txBody>
      </p:sp>
      <p:sp>
        <p:nvSpPr>
          <p:cNvPr id="223" name="Sottotitolo 2">
            <a:extLst>
              <a:ext uri="{FF2B5EF4-FFF2-40B4-BE49-F238E27FC236}">
                <a16:creationId xmlns:a16="http://schemas.microsoft.com/office/drawing/2014/main" id="{28B639FC-E003-D60A-C4C7-FBA05CCFB9DA}"/>
              </a:ext>
            </a:extLst>
          </p:cNvPr>
          <p:cNvSpPr/>
          <p:nvPr/>
        </p:nvSpPr>
        <p:spPr>
          <a:xfrm>
            <a:off x="3815279" y="6431400"/>
            <a:ext cx="4689623" cy="37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it-IT" sz="2000" cap="all">
                <a:solidFill>
                  <a:schemeClr val="dk2">
                    <a:lumMod val="40000"/>
                    <a:lumOff val="60000"/>
                  </a:schemeClr>
                </a:solidFill>
              </a:rPr>
              <a:t>Programmazione per la musica</a:t>
            </a:r>
            <a:endParaRPr lang="it-IT" sz="20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PlaceHolder 1">
            <a:extLst>
              <a:ext uri="{FF2B5EF4-FFF2-40B4-BE49-F238E27FC236}">
                <a16:creationId xmlns:a16="http://schemas.microsoft.com/office/drawing/2014/main" id="{1BFDBCC9-EA90-5328-E56C-D9AFD5AA17AD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94640" y="326520"/>
            <a:ext cx="8825400" cy="86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it-IT" sz="3600" cap="all" dirty="0">
                <a:solidFill>
                  <a:schemeClr val="dk2">
                    <a:lumMod val="40000"/>
                    <a:lumOff val="60000"/>
                  </a:schemeClr>
                </a:solidFill>
                <a:latin typeface="Century Gothic"/>
              </a:rPr>
              <a:t>Componente - </a:t>
            </a:r>
            <a:r>
              <a:rPr lang="it-IT" sz="3600" cap="all" dirty="0" err="1">
                <a:solidFill>
                  <a:schemeClr val="dk2">
                    <a:lumMod val="40000"/>
                    <a:lumOff val="60000"/>
                  </a:schemeClr>
                </a:solidFill>
                <a:latin typeface="Century Gothic"/>
              </a:rPr>
              <a:t>main</a:t>
            </a:r>
            <a:endParaRPr lang="it-IT" sz="3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12735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05495-AF17-7B65-91FF-4FFBA2AF3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Rettangolo 3">
            <a:extLst>
              <a:ext uri="{FF2B5EF4-FFF2-40B4-BE49-F238E27FC236}">
                <a16:creationId xmlns:a16="http://schemas.microsoft.com/office/drawing/2014/main" id="{D5E427B2-F5DC-FFB5-54E8-5394E37F8B7F}"/>
              </a:ext>
            </a:extLst>
          </p:cNvPr>
          <p:cNvSpPr/>
          <p:nvPr/>
        </p:nvSpPr>
        <p:spPr>
          <a:xfrm>
            <a:off x="0" y="6336360"/>
            <a:ext cx="12191760" cy="45360"/>
          </a:xfrm>
          <a:prstGeom prst="rect">
            <a:avLst/>
          </a:prstGeom>
          <a:solidFill>
            <a:srgbClr val="B01513"/>
          </a:solidFill>
          <a:ln cap="rnd">
            <a:solidFill>
              <a:srgbClr val="4D0908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it-IT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219" name="Sottotitolo 2">
            <a:extLst>
              <a:ext uri="{FF2B5EF4-FFF2-40B4-BE49-F238E27FC236}">
                <a16:creationId xmlns:a16="http://schemas.microsoft.com/office/drawing/2014/main" id="{C6368506-8537-DBFC-05B8-DCB20E2A80F5}"/>
              </a:ext>
            </a:extLst>
          </p:cNvPr>
          <p:cNvSpPr/>
          <p:nvPr/>
        </p:nvSpPr>
        <p:spPr>
          <a:xfrm>
            <a:off x="6195600" y="6356520"/>
            <a:ext cx="5793840" cy="47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r"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it-IT" sz="2000" b="0" u="none" strike="noStrike" cap="all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rPr>
              <a:t>27436A</a:t>
            </a:r>
            <a:endParaRPr lang="it-IT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Sottotitolo 2">
            <a:extLst>
              <a:ext uri="{FF2B5EF4-FFF2-40B4-BE49-F238E27FC236}">
                <a16:creationId xmlns:a16="http://schemas.microsoft.com/office/drawing/2014/main" id="{12D31CE3-C2B4-518A-E371-A46AE33B76C5}"/>
              </a:ext>
            </a:extLst>
          </p:cNvPr>
          <p:cNvSpPr/>
          <p:nvPr/>
        </p:nvSpPr>
        <p:spPr>
          <a:xfrm>
            <a:off x="202320" y="6350040"/>
            <a:ext cx="5843880" cy="47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it-IT" sz="2000" b="0" u="none" strike="noStrike" cap="all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rPr>
              <a:t>Stefano nava</a:t>
            </a:r>
            <a:endParaRPr lang="it-IT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1" name="Picture 2">
            <a:extLst>
              <a:ext uri="{FF2B5EF4-FFF2-40B4-BE49-F238E27FC236}">
                <a16:creationId xmlns:a16="http://schemas.microsoft.com/office/drawing/2014/main" id="{FAE626E1-7041-FA1E-0314-27B1F401ED8B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0487520" y="475920"/>
            <a:ext cx="606960" cy="60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2" name="Titolo 1">
            <a:extLst>
              <a:ext uri="{FF2B5EF4-FFF2-40B4-BE49-F238E27FC236}">
                <a16:creationId xmlns:a16="http://schemas.microsoft.com/office/drawing/2014/main" id="{49D2D369-C065-54CA-384F-12902935B229}"/>
              </a:ext>
            </a:extLst>
          </p:cNvPr>
          <p:cNvSpPr/>
          <p:nvPr/>
        </p:nvSpPr>
        <p:spPr>
          <a:xfrm>
            <a:off x="494640" y="1458180"/>
            <a:ext cx="10920612" cy="471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457200">
              <a:lnSpc>
                <a:spcPct val="200000"/>
              </a:lnSpc>
              <a:buClr>
                <a:srgbClr val="EBEBEB"/>
              </a:buClr>
            </a:pPr>
            <a:r>
              <a:rPr lang="it-IT" sz="2000" b="1" dirty="0">
                <a:solidFill>
                  <a:srgbClr val="FFFFFF"/>
                </a:solidFill>
                <a:latin typeface="Arial"/>
              </a:rPr>
              <a:t>Index.js</a:t>
            </a:r>
            <a:r>
              <a:rPr lang="it-IT" sz="2000" dirty="0">
                <a:solidFill>
                  <a:srgbClr val="FFFFFF"/>
                </a:solidFill>
                <a:latin typeface="Arial"/>
              </a:rPr>
              <a:t> – Pagina principale che include:</a:t>
            </a:r>
            <a:endParaRPr lang="it-IT" sz="2000" b="1" dirty="0">
              <a:solidFill>
                <a:srgbClr val="FFFFFF"/>
              </a:solidFill>
              <a:latin typeface="Arial"/>
            </a:endParaRPr>
          </a:p>
          <a:p>
            <a:pPr marL="342900" indent="-342900" defTabSz="457200">
              <a:lnSpc>
                <a:spcPct val="200000"/>
              </a:lnSpc>
              <a:buClr>
                <a:srgbClr val="EBEBEB"/>
              </a:buClr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rgbClr val="FFFFFF"/>
                </a:solidFill>
                <a:latin typeface="Arial"/>
              </a:rPr>
              <a:t>a-scene che contiene il video a 360 gradi</a:t>
            </a:r>
          </a:p>
          <a:p>
            <a:pPr marL="342900" indent="-342900" defTabSz="457200">
              <a:lnSpc>
                <a:spcPct val="200000"/>
              </a:lnSpc>
              <a:buClr>
                <a:srgbClr val="EBEBEB"/>
              </a:buClr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rgbClr val="FFFFFF"/>
                </a:solidFill>
                <a:latin typeface="Arial"/>
              </a:rPr>
              <a:t>pulsantiera dei comandi</a:t>
            </a:r>
          </a:p>
          <a:p>
            <a:pPr defTabSz="457200">
              <a:lnSpc>
                <a:spcPct val="200000"/>
              </a:lnSpc>
              <a:buClr>
                <a:srgbClr val="EBEBEB"/>
              </a:buClr>
            </a:pPr>
            <a:endParaRPr lang="it-IT" sz="2000" dirty="0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200000"/>
              </a:lnSpc>
              <a:buClr>
                <a:srgbClr val="EBEBEB"/>
              </a:buClr>
            </a:pPr>
            <a:r>
              <a:rPr lang="it-IT" sz="2000" b="1" dirty="0">
                <a:solidFill>
                  <a:srgbClr val="FFFFFF"/>
                </a:solidFill>
                <a:latin typeface="Arial"/>
              </a:rPr>
              <a:t>Player.css</a:t>
            </a:r>
            <a:r>
              <a:rPr lang="it-IT" sz="2000" dirty="0">
                <a:solidFill>
                  <a:srgbClr val="FFFFFF"/>
                </a:solidFill>
                <a:latin typeface="Arial"/>
              </a:rPr>
              <a:t> – Gestisce l’estetica del player e della pulsantiera dei comandi</a:t>
            </a:r>
            <a:endParaRPr lang="it-IT" sz="20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Sottotitolo 2">
            <a:extLst>
              <a:ext uri="{FF2B5EF4-FFF2-40B4-BE49-F238E27FC236}">
                <a16:creationId xmlns:a16="http://schemas.microsoft.com/office/drawing/2014/main" id="{C4A9D6C7-10F5-054C-0B8D-6CEC0D1E877A}"/>
              </a:ext>
            </a:extLst>
          </p:cNvPr>
          <p:cNvSpPr/>
          <p:nvPr/>
        </p:nvSpPr>
        <p:spPr>
          <a:xfrm>
            <a:off x="3815279" y="6431400"/>
            <a:ext cx="4689623" cy="37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it-IT" sz="2000" cap="all">
                <a:solidFill>
                  <a:schemeClr val="dk2">
                    <a:lumMod val="40000"/>
                    <a:lumOff val="60000"/>
                  </a:schemeClr>
                </a:solidFill>
              </a:rPr>
              <a:t>Programmazione per la musica</a:t>
            </a:r>
            <a:endParaRPr lang="it-IT" sz="20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PlaceHolder 1">
            <a:extLst>
              <a:ext uri="{FF2B5EF4-FFF2-40B4-BE49-F238E27FC236}">
                <a16:creationId xmlns:a16="http://schemas.microsoft.com/office/drawing/2014/main" id="{C41D7A54-7A52-F441-9D1C-2C7369B26DE5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94640" y="326520"/>
            <a:ext cx="8825400" cy="86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it-IT" sz="3600" cap="all" dirty="0" err="1">
                <a:solidFill>
                  <a:schemeClr val="dk2">
                    <a:lumMod val="40000"/>
                    <a:lumOff val="60000"/>
                  </a:schemeClr>
                </a:solidFill>
                <a:latin typeface="Century Gothic"/>
              </a:rPr>
              <a:t>ComponentI</a:t>
            </a:r>
            <a:r>
              <a:rPr lang="it-IT" sz="3600" cap="all" dirty="0">
                <a:solidFill>
                  <a:schemeClr val="dk2">
                    <a:lumMod val="40000"/>
                    <a:lumOff val="60000"/>
                  </a:schemeClr>
                </a:solidFill>
                <a:latin typeface="Century Gothic"/>
              </a:rPr>
              <a:t> – Index e player</a:t>
            </a:r>
            <a:endParaRPr lang="it-IT" sz="3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61298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8BAD1-B569-0A46-9F56-AEB768C55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Rettangolo 3">
            <a:extLst>
              <a:ext uri="{FF2B5EF4-FFF2-40B4-BE49-F238E27FC236}">
                <a16:creationId xmlns:a16="http://schemas.microsoft.com/office/drawing/2014/main" id="{AC9E40E3-F6AD-09B3-A6E1-35AC4F59A6C9}"/>
              </a:ext>
            </a:extLst>
          </p:cNvPr>
          <p:cNvSpPr/>
          <p:nvPr/>
        </p:nvSpPr>
        <p:spPr>
          <a:xfrm>
            <a:off x="0" y="6336360"/>
            <a:ext cx="12191760" cy="45360"/>
          </a:xfrm>
          <a:prstGeom prst="rect">
            <a:avLst/>
          </a:prstGeom>
          <a:solidFill>
            <a:srgbClr val="B01513"/>
          </a:solidFill>
          <a:ln cap="rnd">
            <a:solidFill>
              <a:srgbClr val="4D0908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it-IT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219" name="Sottotitolo 2">
            <a:extLst>
              <a:ext uri="{FF2B5EF4-FFF2-40B4-BE49-F238E27FC236}">
                <a16:creationId xmlns:a16="http://schemas.microsoft.com/office/drawing/2014/main" id="{2A8A3523-EE99-01E6-A2DC-037B85C2A154}"/>
              </a:ext>
            </a:extLst>
          </p:cNvPr>
          <p:cNvSpPr/>
          <p:nvPr/>
        </p:nvSpPr>
        <p:spPr>
          <a:xfrm>
            <a:off x="6195600" y="6356520"/>
            <a:ext cx="5793840" cy="47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r"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it-IT" sz="2000" b="0" u="none" strike="noStrike" cap="all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rPr>
              <a:t>27436A</a:t>
            </a:r>
            <a:endParaRPr lang="it-IT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Sottotitolo 2">
            <a:extLst>
              <a:ext uri="{FF2B5EF4-FFF2-40B4-BE49-F238E27FC236}">
                <a16:creationId xmlns:a16="http://schemas.microsoft.com/office/drawing/2014/main" id="{A6529A5A-AA98-26C2-A00D-C48622D423F6}"/>
              </a:ext>
            </a:extLst>
          </p:cNvPr>
          <p:cNvSpPr/>
          <p:nvPr/>
        </p:nvSpPr>
        <p:spPr>
          <a:xfrm>
            <a:off x="202320" y="6350040"/>
            <a:ext cx="5843880" cy="47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it-IT" sz="2000" b="0" u="none" strike="noStrike" cap="all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rPr>
              <a:t>Stefano nava</a:t>
            </a:r>
            <a:endParaRPr lang="it-IT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1" name="Picture 2">
            <a:extLst>
              <a:ext uri="{FF2B5EF4-FFF2-40B4-BE49-F238E27FC236}">
                <a16:creationId xmlns:a16="http://schemas.microsoft.com/office/drawing/2014/main" id="{C43C53F4-175F-2072-528C-946F515FB6FA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0487520" y="475920"/>
            <a:ext cx="606960" cy="60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2" name="Titolo 1">
            <a:extLst>
              <a:ext uri="{FF2B5EF4-FFF2-40B4-BE49-F238E27FC236}">
                <a16:creationId xmlns:a16="http://schemas.microsoft.com/office/drawing/2014/main" id="{9BD256D5-C04E-D372-89A9-58C808A5347E}"/>
              </a:ext>
            </a:extLst>
          </p:cNvPr>
          <p:cNvSpPr/>
          <p:nvPr/>
        </p:nvSpPr>
        <p:spPr>
          <a:xfrm>
            <a:off x="494640" y="1458180"/>
            <a:ext cx="10920612" cy="471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marL="342900" indent="-342900" defTabSz="457200">
              <a:lnSpc>
                <a:spcPct val="300000"/>
              </a:lnSpc>
              <a:buClr>
                <a:srgbClr val="EBEBEB"/>
              </a:buClr>
              <a:buFont typeface="Arial" panose="020B0604020202020204" pitchFamily="34" charset="0"/>
              <a:buChar char="•"/>
            </a:pPr>
            <a:r>
              <a:rPr lang="it-IT" sz="2000" b="1" dirty="0">
                <a:solidFill>
                  <a:srgbClr val="FFFFFF"/>
                </a:solidFill>
                <a:latin typeface="Arial"/>
              </a:rPr>
              <a:t>Video </a:t>
            </a:r>
            <a:r>
              <a:rPr lang="it-IT" sz="2000" dirty="0">
                <a:solidFill>
                  <a:srgbClr val="FFFFFF"/>
                </a:solidFill>
                <a:latin typeface="Arial"/>
              </a:rPr>
              <a:t>a 360 gradi, formato mp4, rappresentato tramite a-scene.</a:t>
            </a:r>
          </a:p>
          <a:p>
            <a:pPr defTabSz="457200">
              <a:lnSpc>
                <a:spcPct val="300000"/>
              </a:lnSpc>
              <a:buClr>
                <a:srgbClr val="EBEBEB"/>
              </a:buClr>
            </a:pPr>
            <a:endParaRPr lang="it-IT" sz="2000" dirty="0">
              <a:solidFill>
                <a:srgbClr val="FFFFFF"/>
              </a:solidFill>
              <a:latin typeface="Arial"/>
            </a:endParaRPr>
          </a:p>
          <a:p>
            <a:pPr marL="342900" indent="-342900" defTabSz="457200">
              <a:lnSpc>
                <a:spcPct val="300000"/>
              </a:lnSpc>
              <a:buClr>
                <a:srgbClr val="EBEBEB"/>
              </a:buClr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rgbClr val="FFFFFF"/>
                </a:solidFill>
                <a:latin typeface="Arial"/>
              </a:rPr>
              <a:t>5 clip </a:t>
            </a:r>
            <a:r>
              <a:rPr lang="it-IT" sz="2000" b="1" dirty="0">
                <a:solidFill>
                  <a:srgbClr val="FFFFFF"/>
                </a:solidFill>
                <a:latin typeface="Arial"/>
              </a:rPr>
              <a:t>audio</a:t>
            </a:r>
            <a:r>
              <a:rPr lang="it-IT" sz="2000" dirty="0">
                <a:solidFill>
                  <a:srgbClr val="FFFFFF"/>
                </a:solidFill>
                <a:latin typeface="Arial"/>
              </a:rPr>
              <a:t> First Order </a:t>
            </a:r>
            <a:r>
              <a:rPr lang="it-IT" sz="2000" dirty="0" err="1">
                <a:solidFill>
                  <a:srgbClr val="FFFFFF"/>
                </a:solidFill>
                <a:latin typeface="Arial"/>
              </a:rPr>
              <a:t>Ambisonics</a:t>
            </a:r>
            <a:r>
              <a:rPr lang="it-IT" sz="2000" dirty="0">
                <a:solidFill>
                  <a:srgbClr val="FFFFFF"/>
                </a:solidFill>
                <a:latin typeface="Arial"/>
              </a:rPr>
              <a:t> B-format</a:t>
            </a:r>
          </a:p>
        </p:txBody>
      </p:sp>
      <p:sp>
        <p:nvSpPr>
          <p:cNvPr id="223" name="Sottotitolo 2">
            <a:extLst>
              <a:ext uri="{FF2B5EF4-FFF2-40B4-BE49-F238E27FC236}">
                <a16:creationId xmlns:a16="http://schemas.microsoft.com/office/drawing/2014/main" id="{266437DA-A851-9E2E-5DB1-2FA8EB0D434D}"/>
              </a:ext>
            </a:extLst>
          </p:cNvPr>
          <p:cNvSpPr/>
          <p:nvPr/>
        </p:nvSpPr>
        <p:spPr>
          <a:xfrm>
            <a:off x="3815279" y="6431400"/>
            <a:ext cx="4689623" cy="37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it-IT" sz="2000" cap="all">
                <a:solidFill>
                  <a:schemeClr val="dk2">
                    <a:lumMod val="40000"/>
                    <a:lumOff val="60000"/>
                  </a:schemeClr>
                </a:solidFill>
              </a:rPr>
              <a:t>Programmazione per la musica</a:t>
            </a:r>
            <a:endParaRPr lang="it-IT" sz="20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PlaceHolder 1">
            <a:extLst>
              <a:ext uri="{FF2B5EF4-FFF2-40B4-BE49-F238E27FC236}">
                <a16:creationId xmlns:a16="http://schemas.microsoft.com/office/drawing/2014/main" id="{78337575-F3C9-5C02-B5AE-E67A25A55472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94640" y="326520"/>
            <a:ext cx="8825400" cy="86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it-IT" sz="3600" cap="all" dirty="0">
                <a:solidFill>
                  <a:schemeClr val="dk2">
                    <a:lumMod val="40000"/>
                    <a:lumOff val="60000"/>
                  </a:schemeClr>
                </a:solidFill>
                <a:latin typeface="Century Gothic"/>
              </a:rPr>
              <a:t>Risorse utilizzate</a:t>
            </a:r>
            <a:endParaRPr lang="it-IT" sz="3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61146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45838-12C6-DEEB-C97F-D8B8C9C95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Rettangolo 3">
            <a:extLst>
              <a:ext uri="{FF2B5EF4-FFF2-40B4-BE49-F238E27FC236}">
                <a16:creationId xmlns:a16="http://schemas.microsoft.com/office/drawing/2014/main" id="{8C580864-5C6B-3C4A-CE6D-E80E6824EC19}"/>
              </a:ext>
            </a:extLst>
          </p:cNvPr>
          <p:cNvSpPr/>
          <p:nvPr/>
        </p:nvSpPr>
        <p:spPr>
          <a:xfrm>
            <a:off x="0" y="6336360"/>
            <a:ext cx="12191760" cy="45360"/>
          </a:xfrm>
          <a:prstGeom prst="rect">
            <a:avLst/>
          </a:prstGeom>
          <a:solidFill>
            <a:srgbClr val="B01513"/>
          </a:solidFill>
          <a:ln cap="rnd">
            <a:solidFill>
              <a:srgbClr val="4D0908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it-IT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219" name="Sottotitolo 2">
            <a:extLst>
              <a:ext uri="{FF2B5EF4-FFF2-40B4-BE49-F238E27FC236}">
                <a16:creationId xmlns:a16="http://schemas.microsoft.com/office/drawing/2014/main" id="{8763CE4D-81B1-E566-EF4D-71C93D5774F9}"/>
              </a:ext>
            </a:extLst>
          </p:cNvPr>
          <p:cNvSpPr/>
          <p:nvPr/>
        </p:nvSpPr>
        <p:spPr>
          <a:xfrm>
            <a:off x="6195600" y="6356520"/>
            <a:ext cx="5793840" cy="47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r"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it-IT" sz="2000" b="0" u="none" strike="noStrike" cap="all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rPr>
              <a:t>27436A</a:t>
            </a:r>
            <a:endParaRPr lang="it-IT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Sottotitolo 2">
            <a:extLst>
              <a:ext uri="{FF2B5EF4-FFF2-40B4-BE49-F238E27FC236}">
                <a16:creationId xmlns:a16="http://schemas.microsoft.com/office/drawing/2014/main" id="{F7D9FC4F-5575-6D84-BA34-7E744BAE316E}"/>
              </a:ext>
            </a:extLst>
          </p:cNvPr>
          <p:cNvSpPr/>
          <p:nvPr/>
        </p:nvSpPr>
        <p:spPr>
          <a:xfrm>
            <a:off x="202320" y="6350040"/>
            <a:ext cx="5843880" cy="47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it-IT" sz="2000" b="0" u="none" strike="noStrike" cap="all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rPr>
              <a:t>Stefano nava</a:t>
            </a:r>
            <a:endParaRPr lang="it-IT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1" name="Picture 2">
            <a:extLst>
              <a:ext uri="{FF2B5EF4-FFF2-40B4-BE49-F238E27FC236}">
                <a16:creationId xmlns:a16="http://schemas.microsoft.com/office/drawing/2014/main" id="{4353C9A7-53A6-FAAC-43E7-4CAA31F85E41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0487520" y="475920"/>
            <a:ext cx="606960" cy="60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2" name="Titolo 1">
            <a:extLst>
              <a:ext uri="{FF2B5EF4-FFF2-40B4-BE49-F238E27FC236}">
                <a16:creationId xmlns:a16="http://schemas.microsoft.com/office/drawing/2014/main" id="{23739927-24FA-D01B-272C-ADBBC18904E4}"/>
              </a:ext>
            </a:extLst>
          </p:cNvPr>
          <p:cNvSpPr/>
          <p:nvPr/>
        </p:nvSpPr>
        <p:spPr>
          <a:xfrm>
            <a:off x="334219" y="1237320"/>
            <a:ext cx="10920612" cy="471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marL="457200" indent="-457200" defTabSz="457200">
              <a:lnSpc>
                <a:spcPct val="250000"/>
              </a:lnSpc>
              <a:buClr>
                <a:srgbClr val="EBEBEB"/>
              </a:buClr>
              <a:buFont typeface="Arial" panose="020B0604020202020204" pitchFamily="34" charset="0"/>
              <a:buChar char="•"/>
            </a:pPr>
            <a:r>
              <a:rPr lang="it-IT" sz="2000" b="1" dirty="0">
                <a:solidFill>
                  <a:srgbClr val="FFFFFF"/>
                </a:solidFill>
                <a:latin typeface="Arial"/>
              </a:rPr>
              <a:t>Sincronizzazione</a:t>
            </a:r>
            <a:r>
              <a:rPr lang="it-IT" sz="2000" dirty="0">
                <a:solidFill>
                  <a:srgbClr val="FFFFFF"/>
                </a:solidFill>
                <a:latin typeface="Arial"/>
              </a:rPr>
              <a:t>: controllo periodico (</a:t>
            </a:r>
            <a:r>
              <a:rPr lang="it-IT" sz="2000" i="1" dirty="0" err="1">
                <a:solidFill>
                  <a:srgbClr val="FFFFFF"/>
                </a:solidFill>
                <a:latin typeface="Arial"/>
              </a:rPr>
              <a:t>checkSynchronization</a:t>
            </a:r>
            <a:r>
              <a:rPr lang="it-IT" sz="2000" dirty="0">
                <a:solidFill>
                  <a:srgbClr val="FFFFFF"/>
                </a:solidFill>
                <a:latin typeface="Arial"/>
              </a:rPr>
              <a:t>) per ogni sorgente, ogni 500 ms. Se lo scarto supera 150 </a:t>
            </a:r>
            <a:r>
              <a:rPr lang="it-IT" sz="2000" dirty="0" err="1">
                <a:solidFill>
                  <a:srgbClr val="FFFFFF"/>
                </a:solidFill>
                <a:latin typeface="Arial"/>
              </a:rPr>
              <a:t>ms</a:t>
            </a:r>
            <a:r>
              <a:rPr lang="it-IT" sz="2000" dirty="0">
                <a:solidFill>
                  <a:srgbClr val="FFFFFF"/>
                </a:solidFill>
                <a:latin typeface="Arial"/>
              </a:rPr>
              <a:t>, l’audio viene </a:t>
            </a:r>
            <a:r>
              <a:rPr lang="it-IT" sz="2000" dirty="0" err="1">
                <a:solidFill>
                  <a:srgbClr val="FFFFFF"/>
                </a:solidFill>
                <a:latin typeface="Arial"/>
              </a:rPr>
              <a:t>resincronizzato</a:t>
            </a:r>
            <a:r>
              <a:rPr lang="it-IT" sz="2000" dirty="0">
                <a:solidFill>
                  <a:srgbClr val="FFFFFF"/>
                </a:solidFill>
                <a:latin typeface="Arial"/>
              </a:rPr>
              <a:t> con il video.</a:t>
            </a:r>
          </a:p>
          <a:p>
            <a:pPr marL="457200" indent="-457200" defTabSz="457200">
              <a:lnSpc>
                <a:spcPct val="250000"/>
              </a:lnSpc>
              <a:buClr>
                <a:srgbClr val="EBEBEB"/>
              </a:buClr>
              <a:buFont typeface="Arial" panose="020B0604020202020204" pitchFamily="34" charset="0"/>
              <a:buChar char="•"/>
            </a:pPr>
            <a:r>
              <a:rPr lang="it-IT" sz="2000" b="1" dirty="0">
                <a:solidFill>
                  <a:srgbClr val="FFFFFF"/>
                </a:solidFill>
                <a:latin typeface="Arial"/>
              </a:rPr>
              <a:t>Rotazione</a:t>
            </a:r>
            <a:r>
              <a:rPr lang="it-IT" sz="2000" dirty="0">
                <a:solidFill>
                  <a:srgbClr val="FFFFFF"/>
                </a:solidFill>
                <a:latin typeface="Arial"/>
              </a:rPr>
              <a:t>: A-Frame usa coordinate </a:t>
            </a:r>
            <a:r>
              <a:rPr lang="it-IT" sz="2000" dirty="0" err="1">
                <a:solidFill>
                  <a:srgbClr val="FFFFFF"/>
                </a:solidFill>
                <a:latin typeface="Arial"/>
              </a:rPr>
              <a:t>x,y,z</a:t>
            </a:r>
            <a:r>
              <a:rPr lang="it-IT" sz="2000" dirty="0">
                <a:solidFill>
                  <a:srgbClr val="FFFFFF"/>
                </a:solidFill>
                <a:latin typeface="Arial"/>
              </a:rPr>
              <a:t> ma </a:t>
            </a:r>
            <a:r>
              <a:rPr lang="it-IT" sz="2000" dirty="0" err="1">
                <a:solidFill>
                  <a:srgbClr val="FFFFFF"/>
                </a:solidFill>
                <a:latin typeface="Arial"/>
              </a:rPr>
              <a:t>Ambisonics</a:t>
            </a:r>
            <a:r>
              <a:rPr lang="it-IT" sz="2000" dirty="0">
                <a:solidFill>
                  <a:srgbClr val="FFFFFF"/>
                </a:solidFill>
                <a:latin typeface="Arial"/>
              </a:rPr>
              <a:t> usa matrice di rotazione. I valori vengono quindi convertiti per rendere coerente la direzione dell’ascoltatore con l’audio.</a:t>
            </a:r>
          </a:p>
          <a:p>
            <a:pPr marL="457200" indent="-457200" defTabSz="457200">
              <a:lnSpc>
                <a:spcPct val="250000"/>
              </a:lnSpc>
              <a:buClr>
                <a:srgbClr val="EBEBEB"/>
              </a:buClr>
              <a:buFont typeface="Arial" panose="020B0604020202020204" pitchFamily="34" charset="0"/>
              <a:buChar char="•"/>
            </a:pPr>
            <a:r>
              <a:rPr lang="it-IT" sz="2000" b="1" dirty="0">
                <a:solidFill>
                  <a:srgbClr val="FFFFFF"/>
                </a:solidFill>
                <a:latin typeface="Arial"/>
              </a:rPr>
              <a:t>Movimento</a:t>
            </a:r>
            <a:r>
              <a:rPr lang="it-IT" sz="2000" dirty="0">
                <a:solidFill>
                  <a:srgbClr val="FFFFFF"/>
                </a:solidFill>
                <a:latin typeface="Arial"/>
              </a:rPr>
              <a:t>: per l’audio dei passi, sono stati inseriti parametri </a:t>
            </a:r>
            <a:r>
              <a:rPr lang="it-IT" sz="2000" i="1" dirty="0" err="1">
                <a:solidFill>
                  <a:srgbClr val="FFFFFF"/>
                </a:solidFill>
                <a:latin typeface="Arial"/>
              </a:rPr>
              <a:t>starting</a:t>
            </a:r>
            <a:r>
              <a:rPr lang="it-IT" sz="2000" i="1" dirty="0">
                <a:solidFill>
                  <a:srgbClr val="FFFFFF"/>
                </a:solidFill>
                <a:latin typeface="Arial"/>
              </a:rPr>
              <a:t>/</a:t>
            </a:r>
            <a:r>
              <a:rPr lang="it-IT" sz="2000" i="1" dirty="0" err="1">
                <a:solidFill>
                  <a:srgbClr val="FFFFFF"/>
                </a:solidFill>
                <a:latin typeface="Arial"/>
              </a:rPr>
              <a:t>ending</a:t>
            </a:r>
            <a:r>
              <a:rPr lang="it-IT" sz="2000" i="1" dirty="0">
                <a:solidFill>
                  <a:srgbClr val="FFFFFF"/>
                </a:solidFill>
                <a:latin typeface="Arial"/>
              </a:rPr>
              <a:t> </a:t>
            </a:r>
            <a:r>
              <a:rPr lang="it-IT" sz="2000" dirty="0">
                <a:solidFill>
                  <a:srgbClr val="FFFFFF"/>
                </a:solidFill>
                <a:latin typeface="Arial"/>
              </a:rPr>
              <a:t>ed una funzione che calcoli lo stato che intercorre tra essi per quanto riguarda volume e rotazione.</a:t>
            </a:r>
            <a:endParaRPr lang="it-IT" sz="20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Sottotitolo 2">
            <a:extLst>
              <a:ext uri="{FF2B5EF4-FFF2-40B4-BE49-F238E27FC236}">
                <a16:creationId xmlns:a16="http://schemas.microsoft.com/office/drawing/2014/main" id="{FF80DA7F-9655-E303-D4E5-D69A1988EE6F}"/>
              </a:ext>
            </a:extLst>
          </p:cNvPr>
          <p:cNvSpPr/>
          <p:nvPr/>
        </p:nvSpPr>
        <p:spPr>
          <a:xfrm>
            <a:off x="3815279" y="6431400"/>
            <a:ext cx="4689623" cy="37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it-IT" sz="2000" cap="all">
                <a:solidFill>
                  <a:schemeClr val="dk2">
                    <a:lumMod val="40000"/>
                    <a:lumOff val="60000"/>
                  </a:schemeClr>
                </a:solidFill>
              </a:rPr>
              <a:t>Programmazione per la musica</a:t>
            </a:r>
            <a:endParaRPr lang="it-IT" sz="20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PlaceHolder 1">
            <a:extLst>
              <a:ext uri="{FF2B5EF4-FFF2-40B4-BE49-F238E27FC236}">
                <a16:creationId xmlns:a16="http://schemas.microsoft.com/office/drawing/2014/main" id="{D9FA0F1B-5FF1-C0D1-6B9D-DD67EAAB114D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94640" y="326520"/>
            <a:ext cx="8825400" cy="86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it-IT" sz="3600" cap="all" dirty="0">
                <a:solidFill>
                  <a:schemeClr val="dk2">
                    <a:lumMod val="40000"/>
                    <a:lumOff val="60000"/>
                  </a:schemeClr>
                </a:solidFill>
                <a:latin typeface="Century Gothic"/>
              </a:rPr>
              <a:t>Problemi affrontati</a:t>
            </a:r>
            <a:endParaRPr lang="it-IT" sz="3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888169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e">
  <a:themeElements>
    <a:clrScheme name="Ion">
      <a:dk1>
        <a:srgbClr val="000000"/>
      </a:dk1>
      <a:lt1>
        <a:srgbClr val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</a:majorFont>
      <a:minorFont>
        <a:latin typeface="Century Gothic" panose="020B0502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lumMod val="11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  <a:tileRect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8575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7000"/>
                <a:lumMod val="124000"/>
              </a:schemeClr>
            </a:gs>
            <a:gs pos="100000">
              <a:schemeClr val="phClr">
                <a:tint val="96000"/>
                <a:shade val="88000"/>
                <a:lumMod val="76000"/>
              </a:schemeClr>
            </a:gs>
          </a:gsLst>
          <a:path path="circle">
            <a:fillToRect l="45000" t="65000" r="125000" b="100000"/>
          </a:path>
          <a:tileRect/>
        </a:gradFill>
        <a:blipFill rotWithShape="1">
          <a:blip xmlns:r="http://schemas.openxmlformats.org/officeDocument/2006/relationships" r:embed="rId1"/>
          <a:srcRect/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1010</TotalTime>
  <Words>513</Words>
  <Application>Microsoft Office PowerPoint</Application>
  <PresentationFormat>Widescreen</PresentationFormat>
  <Paragraphs>71</Paragraphs>
  <Slides>8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15" baseType="lpstr">
      <vt:lpstr>Arial</vt:lpstr>
      <vt:lpstr>Century Gothic</vt:lpstr>
      <vt:lpstr>Symbol</vt:lpstr>
      <vt:lpstr>Times New Roman</vt:lpstr>
      <vt:lpstr>Wingdings</vt:lpstr>
      <vt:lpstr>Wingdings 3</vt:lpstr>
      <vt:lpstr>Ione</vt:lpstr>
      <vt:lpstr>Spherical Video Player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Greenfield</dc:title>
  <dc:subject/>
  <dc:creator>Stefano Nava</dc:creator>
  <dc:description/>
  <cp:lastModifiedBy>Stefano Nava</cp:lastModifiedBy>
  <cp:revision>83</cp:revision>
  <dcterms:created xsi:type="dcterms:W3CDTF">2024-02-07T19:49:35Z</dcterms:created>
  <dcterms:modified xsi:type="dcterms:W3CDTF">2026-02-22T21:51:53Z</dcterms:modified>
  <dc:language>it-IT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10</vt:i4>
  </property>
</Properties>
</file>